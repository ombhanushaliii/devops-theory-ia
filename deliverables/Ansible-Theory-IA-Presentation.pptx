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d4251f52da40b9" /><Relationship Type="http://schemas.openxmlformats.org/officeDocument/2006/relationships/extended-properties" Target="/docProps/app.xml" Id="R0112ceaddba2498c" /><Relationship Type="http://schemas.openxmlformats.org/officeDocument/2006/relationships/officeDocument" Target="/ppt/presentation.xml" Id="Rac17072975c14c8a" /></Relationships>
</file>

<file path=ppt/presentation.xml><?xml version="1.0" encoding="utf-8"?>
<p:presentation xmlns:p="http://schemas.openxmlformats.org/presentationml/2006/main">
  <p:sldMasterIdLst>
    <p:sldMasterId xmlns:r="http://schemas.openxmlformats.org/officeDocument/2006/relationships" id="2147483648" r:id="Rc22b1cf5fbf34c1f"/>
  </p:sldMasterIdLst>
  <p:notesMasterIdLst>
    <p:notesMasterId xmlns:r="http://schemas.openxmlformats.org/officeDocument/2006/relationships" r:id="R803918ac58114c25"/>
  </p:notesMasterIdLst>
  <p:sldIdLst>
    <p:sldId xmlns:r="http://schemas.openxmlformats.org/officeDocument/2006/relationships" id="256" r:id="R260b8452bee847e0"/>
    <p:sldId xmlns:r="http://schemas.openxmlformats.org/officeDocument/2006/relationships" id="257" r:id="Rb4385e8b1ad840c8"/>
    <p:sldId xmlns:r="http://schemas.openxmlformats.org/officeDocument/2006/relationships" id="258" r:id="Rf35b4408e1204106"/>
    <p:sldId xmlns:r="http://schemas.openxmlformats.org/officeDocument/2006/relationships" id="259" r:id="Rfd0113a51a0c41f7"/>
    <p:sldId xmlns:r="http://schemas.openxmlformats.org/officeDocument/2006/relationships" id="260" r:id="Re4df36a1daa2491c"/>
    <p:sldId xmlns:r="http://schemas.openxmlformats.org/officeDocument/2006/relationships" id="261" r:id="R6788d4d3141e4802"/>
    <p:sldId xmlns:r="http://schemas.openxmlformats.org/officeDocument/2006/relationships" id="262" r:id="R9c26d88cdf9c41e5"/>
    <p:sldId xmlns:r="http://schemas.openxmlformats.org/officeDocument/2006/relationships" id="263" r:id="R729300d10e0549ff"/>
    <p:sldId xmlns:r="http://schemas.openxmlformats.org/officeDocument/2006/relationships" id="264" r:id="R60f15cce3a3240cf"/>
    <p:sldId xmlns:r="http://schemas.openxmlformats.org/officeDocument/2006/relationships" id="265" r:id="R41a14343e2e14c16"/>
    <p:sldId xmlns:r="http://schemas.openxmlformats.org/officeDocument/2006/relationships" id="266" r:id="Rfb4988f5ffe94e5f"/>
    <p:sldId xmlns:r="http://schemas.openxmlformats.org/officeDocument/2006/relationships" id="267" r:id="R2fefdb92f5cc44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d3f8cc52414de1" /><Relationship Type="http://schemas.openxmlformats.org/officeDocument/2006/relationships/slideMaster" Target="/ppt/slideMasters/slideMaster1.xml" Id="Rc22b1cf5fbf34c1f" /><Relationship Type="http://schemas.openxmlformats.org/officeDocument/2006/relationships/notesMaster" Target="/ppt/notesMasters/notesMaster1.xml" Id="R803918ac58114c25" /><Relationship Type="http://schemas.openxmlformats.org/officeDocument/2006/relationships/presProps" Target="/ppt/presProps.xml" Id="Re3dad017f9fd4bfb" /><Relationship Type="http://schemas.openxmlformats.org/officeDocument/2006/relationships/tableStyles" Target="/ppt/tableStyles.xml" Id="Rf02a4ff9b9074eed" /><Relationship Type="http://schemas.openxmlformats.org/officeDocument/2006/relationships/slide" Target="/ppt/slides/slide1.xml" Id="R260b8452bee847e0" /><Relationship Type="http://schemas.openxmlformats.org/officeDocument/2006/relationships/slide" Target="/ppt/slides/slide2.xml" Id="Rb4385e8b1ad840c8" /><Relationship Type="http://schemas.openxmlformats.org/officeDocument/2006/relationships/slide" Target="/ppt/slides/slide3.xml" Id="Rf35b4408e1204106" /><Relationship Type="http://schemas.openxmlformats.org/officeDocument/2006/relationships/slide" Target="/ppt/slides/slide4.xml" Id="Rfd0113a51a0c41f7" /><Relationship Type="http://schemas.openxmlformats.org/officeDocument/2006/relationships/slide" Target="/ppt/slides/slide5.xml" Id="Re4df36a1daa2491c" /><Relationship Type="http://schemas.openxmlformats.org/officeDocument/2006/relationships/slide" Target="/ppt/slides/slide6.xml" Id="R6788d4d3141e4802" /><Relationship Type="http://schemas.openxmlformats.org/officeDocument/2006/relationships/slide" Target="/ppt/slides/slide7.xml" Id="R9c26d88cdf9c41e5" /><Relationship Type="http://schemas.openxmlformats.org/officeDocument/2006/relationships/slide" Target="/ppt/slides/slide8.xml" Id="R729300d10e0549ff" /><Relationship Type="http://schemas.openxmlformats.org/officeDocument/2006/relationships/slide" Target="/ppt/slides/slide9.xml" Id="R60f15cce3a3240cf" /><Relationship Type="http://schemas.openxmlformats.org/officeDocument/2006/relationships/slide" Target="/ppt/slides/slide10.xml" Id="R41a14343e2e14c16" /><Relationship Type="http://schemas.openxmlformats.org/officeDocument/2006/relationships/slide" Target="/ppt/slides/slide11.xml" Id="Rfb4988f5ffe94e5f" /><Relationship Type="http://schemas.openxmlformats.org/officeDocument/2006/relationships/slide" Target="/ppt/slides/slide12.xml" Id="R2fefdb92f5cc44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6f8f2f165446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8491d42c7b4a94" /><Relationship Type="http://schemas.openxmlformats.org/officeDocument/2006/relationships/notesMaster" Target="/ppt/notesMasters/notesMaster1.xml" Id="R905acba6ffbd47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f724236d6c45cd" /><Relationship Type="http://schemas.openxmlformats.org/officeDocument/2006/relationships/notesMaster" Target="/ppt/notesMasters/notesMaster1.xml" Id="R9aa0e7856edd46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17192c8d804037" /><Relationship Type="http://schemas.openxmlformats.org/officeDocument/2006/relationships/notesMaster" Target="/ppt/notesMasters/notesMaster1.xml" Id="Re8031aeaa3354c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62f9953f814bef" /><Relationship Type="http://schemas.openxmlformats.org/officeDocument/2006/relationships/notesMaster" Target="/ppt/notesMasters/notesMaster1.xml" Id="Red7d814267d2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54ba03e17f4589" /><Relationship Type="http://schemas.openxmlformats.org/officeDocument/2006/relationships/notesMaster" Target="/ppt/notesMasters/notesMaster1.xml" Id="R35bc5307702242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9a56dcecde45ef" /><Relationship Type="http://schemas.openxmlformats.org/officeDocument/2006/relationships/notesMaster" Target="/ppt/notesMasters/notesMaster1.xml" Id="R04ec5aba10f144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53fc10d9384b98" /><Relationship Type="http://schemas.openxmlformats.org/officeDocument/2006/relationships/notesMaster" Target="/ppt/notesMasters/notesMaster1.xml" Id="Rd3c078ef9ae54b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f1630d338a47b9" /><Relationship Type="http://schemas.openxmlformats.org/officeDocument/2006/relationships/notesMaster" Target="/ppt/notesMasters/notesMaster1.xml" Id="Raa283b3345cb40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fcee5da9ee495c" /><Relationship Type="http://schemas.openxmlformats.org/officeDocument/2006/relationships/notesMaster" Target="/ppt/notesMasters/notesMaster1.xml" Id="Re7bdea1df92049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9b45b5f8d043b3" /><Relationship Type="http://schemas.openxmlformats.org/officeDocument/2006/relationships/notesMaster" Target="/ppt/notesMasters/notesMaster1.xml" Id="R70f44893e1354b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bb9e20b805458f" /><Relationship Type="http://schemas.openxmlformats.org/officeDocument/2006/relationships/notesMaster" Target="/ppt/notesMasters/notesMaster1.xml" Id="R5b6e2e4955a548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9180bb1bdd4545" /><Relationship Type="http://schemas.openxmlformats.org/officeDocument/2006/relationships/notesMaster" Target="/ppt/notesMasters/notesMaster1.xml" Id="R711a3c6ab81d49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Introduce the full project title. We use one Ansible playbook to configure a shared application differently for development, staging, and production. Fill the two student name and roll-number lines before presenting. The letterhead image comes from the user-provided report-format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The same application can need different settings in different environments. Manual copying can leave the wrong value on a server. Our project separates environment data from shared deployment tasks. This is a configuration-management example, not a performance-testing project. Source: https://docs.ansible.com/projects/ansible/latest/playbook_guide/playbooks_intro.html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Inventory means the list of hosts. A playbook is a YAML task list. Variables supply environment values. Templates produce files. A handler runs after a relevant change. Ansible connects to these Linux nodes over SSH and uses Python. Sources: https://docs.ansible.com/projects/ansible/latest/installation_guide/intro_installation.html</a:t>
            </a:r>
          </a:p>
          <a:p xmlns:a="http://schemas.openxmlformats.org/drawingml/2006/main">
            <a:r>
              <a:t>https://docs.ansible.com/projects/ansible/latest/inventory_guide/intro_inventory.html</a:t>
            </a:r>
          </a:p>
          <a:p xmlns:a="http://schemas.openxmlformats.org/drawingml/2006/main">
            <a:r>
              <a:t>https://docs.ansible.com/projects/ansible/latest/collections/ansible/builtin/template_module.html</a:t>
            </a:r>
          </a:p>
          <a:p xmlns:a="http://schemas.openxmlformats.org/drawingml/2006/main">
            <a:r>
              <a:t>https://docs.ansible.com/projects/ansible/latest/playbook_guide/playbooks_handlers.html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Docker provides the Linux lab machines. The controller reads the project files and makes actual SSH connections to three managed nodes. Each target has Nginx and Python, with no persistent Ansible agent. This graph is captured from the actual ansible-inventory command. Source: https://docs.ansible.com/projects/ansible/latest/installation_guide/intro_installation.html</a:t>
            </a:r>
          </a:p>
          <a:p xmlns:a="http://schemas.openxmlformats.org/drawingml/2006/main">
            <a:r>
              <a:t>Project evidence: evidence/inventory-graph.txt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Open inventory/group_vars and compare the environment YAML files. The same application and templates receive these different values. The debug flag illustrates a configuration value in this static site. The Nginx error-log level affects actual server configuration. Docker Compose owns the host-side port mappings. Source: project inventory/group_vars and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The YAML file defines values. Jinja2 placeholders insert them into a shared file. This small Nginx example uses the real log-level value. The playbook template tasks also generate the page and JSON file. Sources: https://docs.ansible.com/projects/ansible/latest/inventory_guide/intro_inventory.html</a:t>
            </a:r>
          </a:p>
          <a:p xmlns:a="http://schemas.openxmlformats.org/drawingml/2006/main">
            <a:r>
              <a:t>https://docs.ansible.com/projects/ansible/latest/collections/ansible/builtin/template_module.html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Open playbooks/deploy.yml. The tasks validate input, create the directory, deploy the page and JSON, validate Nginx configuration, then verify HTTP health. A changed Nginx template notifies the reload handler. Explain that nginx -t tests the proposed configuration before installation. Source: https://docs.ansible.com/projects/ansible/latest/collections/ansible/builtin/template_module.html</a:t>
            </a:r>
          </a:p>
          <a:p xmlns:a="http://schemas.openxmlformats.org/drawingml/2006/main">
            <a:r>
              <a:t>https://docs.ansible.com/projects/ansible/latest/playbook_guide/playbooks_handlers.html</a:t>
            </a:r>
          </a:p>
          <a:p xmlns:a="http://schemas.openxmlformats.org/drawingml/2006/main">
            <a:r>
              <a:t>Project source: playbooks/deploy.yml.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Show the baseline deployment, then rerun exactly the same playbook. The actual verification below reported no changes on any target, with no failed or unreachable hosts. Idempotence depends on the tasks used; a shell command does not automatically compare desired state. The handler is absent on this unchanged run. Source: https://docs.ansible.com/projects/ansible/latest/playbook_guide/playbooks_intro.html</a:t>
            </a:r>
          </a:p>
          <a:p xmlns:a="http://schemas.openxmlformats.org/drawingml/2006/main">
            <a:r>
              <a:t>Recorded evidence: evidence/06-baseline-repeat.txt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Preview the production override with --check --diff, then apply it with --limit production and the prepared extra-variable file. The preview left live configuration unchanged. The actual update changed production alone. Development and staging retained their original JSON settings. This image renders HTML captured from the running production node after the update. Source: https://docs.ansible.com/projects/ansible/latest/playbook_guide/playbooks_checkmode.html</a:t>
            </a:r>
          </a:p>
          <a:p xmlns:a="http://schemas.openxmlformats.org/drawingml/2006/main">
            <a:r>
              <a:t>Recorded evidence: evidence/07-preview-production.txt and evidence/08-apply-production-update.txt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operates the terminal and browser while Presenter 1 explains observations. Follow docs/DEMO-GUIDE.md for complete copy-ready Windows and macOS commands. Prefix each Ansible command with docker compose run --rm controller. Before class, build and start the targets. During the demo, show connectivity, baseline settings, an unchanged rerun, a production preview and update, and a repeat of the same override. Open localhost:8081, localhost:8082 and localhost:8083.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These values come from the actual Windows-laptop run on 19 October 2026. A changed count is a count of tasks, not settings or servers. Five initial changes include the directory, three templates and reload handler. The production update changes three templates and runs its handler. Check mode proposed file changes but wrote no deployment changes. All deployment runs had failed=0 and unreachable=0. The macOS commands are documented, but this execution occurred on Windows. Evidence: evidence/results.json.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closes. One playbook and shared templates produce each environment configuration. Scoped updates and repeated runs make the process easy to demonstrate and review. This is a local Docker lab with a static site, not publicly hosted infrastructure. Future extensions can add real servers, roles, protected secrets and application monitoring. No GitHub Actions workflow is needed for this assessment. References: https://docs.ansible.com/projects/ansible/latest/installation_guide/intro_installation.html</a:t>
            </a:r>
          </a:p>
          <a:p xmlns:a="http://schemas.openxmlformats.org/drawingml/2006/main">
            <a:r>
              <a:t>https://docs.ansible.com/projects/ansible/latest/inventory_guide/intro_inventory.html</a:t>
            </a:r>
          </a:p>
          <a:p xmlns:a="http://schemas.openxmlformats.org/drawingml/2006/main">
            <a:r>
              <a:t>https://docs.ansible.com/projects/ansible/latest/collections/ansible/builtin/template_module.html</a:t>
            </a:r>
          </a:p>
          <a:p xmlns:a="http://schemas.openxmlformats.org/drawingml/2006/main">
            <a:r>
              <a:t>https://docs.ansible.com/projects/ansible/latest/playbook_guide/playbooks_intro.html</a:t>
            </a:r>
          </a:p>
          <a:p xmlns:a="http://schemas.openxmlformats.org/drawingml/2006/main">
            <a:r>
              <a:t>https://docs.ansible.com/projects/ansible/latest/playbook_guide/playbooks_handlers.html</a:t>
            </a:r>
          </a:p>
          <a:p xmlns:a="http://schemas.openxmlformats.org/drawingml/2006/main">
            <a:r>
              <a:t>https://docs.ansible.com/projects/ansible/latest/playbook_guide/playbooks_checkmode.html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637c1021bf4b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b4aec9a4e140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5ced3b60994a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deeb4bd38345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6ddf3ba86f47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1ca5af14a840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F4DAF3-598A-4B1E-850E-1520651010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E58E5C-B2A6-449E-8B1E-95222C4C93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DE822D-C158-4169-AA7C-A66809261B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224152-8910-466B-BE5D-68DB684131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049E39-F1D2-466F-B084-7A9C38F164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F43F67-E533-42BA-8ABB-A5D57217D9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D57E0F-4C65-462F-9A20-AC71FBD81F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EB2557B-13E0-4BF5-8162-442C7A909C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5930D3-8443-4CDB-978B-61E8E5FB4E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818BED-96C3-4CDF-BB7B-2237F37CC7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35eb43d82443f7" /><Relationship Type="http://schemas.openxmlformats.org/officeDocument/2006/relationships/slideLayout" Target="/ppt/slideLayouts/slideLayout1.xml" Id="Ra2ced1d2bd3d4ca1" /><Relationship Type="http://schemas.openxmlformats.org/officeDocument/2006/relationships/slideLayout" Target="/ppt/slideLayouts/slideLayout2.xml" Id="R6ea03923c66f44d5" /><Relationship Type="http://schemas.openxmlformats.org/officeDocument/2006/relationships/slideLayout" Target="/ppt/slideLayouts/slideLayout3.xml" Id="Rcc70e7d1cf4f45dc" /><Relationship Type="http://schemas.openxmlformats.org/officeDocument/2006/relationships/slideLayout" Target="/ppt/slideLayouts/slideLayout4.xml" Id="Rd35303a41b4d499e" /><Relationship Type="http://schemas.openxmlformats.org/officeDocument/2006/relationships/slideLayout" Target="/ppt/slideLayouts/slideLayout5.xml" Id="Rdcbd8f7436b0413d" /><Relationship Type="http://schemas.openxmlformats.org/officeDocument/2006/relationships/slideLayout" Target="/ppt/slideLayouts/slideLayout6.xml" Id="Ra85ec5e766fe40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ced1d2bd3d4ca1"/>
    <p:sldLayoutId xmlns:r="http://schemas.openxmlformats.org/officeDocument/2006/relationships" id="2147483650" r:id="R6ea03923c66f44d5"/>
    <p:sldLayoutId xmlns:r="http://schemas.openxmlformats.org/officeDocument/2006/relationships" id="2147483651" r:id="Rcc70e7d1cf4f45dc"/>
    <p:sldLayoutId xmlns:r="http://schemas.openxmlformats.org/officeDocument/2006/relationships" id="2147483652" r:id="Rd35303a41b4d499e"/>
    <p:sldLayoutId xmlns:r="http://schemas.openxmlformats.org/officeDocument/2006/relationships" id="2147483653" r:id="Rdcbd8f7436b0413d"/>
    <p:sldLayoutId xmlns:r="http://schemas.openxmlformats.org/officeDocument/2006/relationships" id="2147483654" r:id="Ra85ec5e766fe40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a10246e0b241d9" /><Relationship Type="http://schemas.openxmlformats.org/officeDocument/2006/relationships/image" Target="/ppt/media/image.png" Id="R32ecccf7d71445f6" /><Relationship Type="http://schemas.openxmlformats.org/officeDocument/2006/relationships/notesSlide" Target="/ppt/notesSlides/notesSlide1.xml" Id="R1e099046a85c4b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9feb37efa94568" /><Relationship Type="http://schemas.openxmlformats.org/officeDocument/2006/relationships/notesSlide" Target="/ppt/notesSlides/notesSlide2.xml" Id="R32cf15ad145c48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9ce62083b94aa2" /><Relationship Type="http://schemas.openxmlformats.org/officeDocument/2006/relationships/notesSlide" Target="/ppt/notesSlides/notesSlide3.xml" Id="R88e26d56ce8a44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4565cd547c466e" /><Relationship Type="http://schemas.openxmlformats.org/officeDocument/2006/relationships/image" Target="/ppt/media/image2.png" Id="R197f38af2750422a" /><Relationship Type="http://schemas.openxmlformats.org/officeDocument/2006/relationships/notesSlide" Target="/ppt/notesSlides/notesSlide4.xml" Id="R36edd98f76ab4a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cbcfb69172494b" /><Relationship Type="http://schemas.openxmlformats.org/officeDocument/2006/relationships/notesSlide" Target="/ppt/notesSlides/notesSlide5.xml" Id="Rc232edc1134b41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9445789ed145ff" /><Relationship Type="http://schemas.openxmlformats.org/officeDocument/2006/relationships/notesSlide" Target="/ppt/notesSlides/notesSlide6.xml" Id="Ra8f25d91787d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1cd5d4cc49e4699" /><Relationship Type="http://schemas.openxmlformats.org/officeDocument/2006/relationships/notesSlide" Target="/ppt/notesSlides/notesSlide7.xml" Id="Reafedf84355945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6ac8fb9b1140de" /><Relationship Type="http://schemas.openxmlformats.org/officeDocument/2006/relationships/notesSlide" Target="/ppt/notesSlides/notesSlide8.xml" Id="R2107053027904b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1bd66c171f4de7" /><Relationship Type="http://schemas.openxmlformats.org/officeDocument/2006/relationships/image" Target="/ppt/media/image3.png" Id="Rd76a386fe310441e" /><Relationship Type="http://schemas.openxmlformats.org/officeDocument/2006/relationships/notesSlide" Target="/ppt/notesSlides/notesSlide9.xml" Id="R1baa4b275d0f48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3d14520e044424b" /><Relationship Type="http://schemas.openxmlformats.org/officeDocument/2006/relationships/notesSlide" Target="/ppt/notesSlides/notesSlide10.xml" Id="R5deb358126b741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576dfd55734c97" /><Relationship Type="http://schemas.openxmlformats.org/officeDocument/2006/relationships/notesSlide" Target="/ppt/notesSlides/notesSlide11.xml" Id="R7ae6d047dd3745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2f7b71171ad4282" /><Relationship Type="http://schemas.openxmlformats.org/officeDocument/2006/relationships/notesSlide" Target="/ppt/notesSlides/notesSlide12.xml" Id="R3542f73bd17547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10B13DD-205F-4526-9819-E693013A578E}"/>
              </a:ext>
            </a:extLst>
          </p:cNvPr>
          <p:cNvPicPr>
            <a:picLocks xmlns:a="http://schemas.openxmlformats.org/drawingml/2006/main" noChangeAspect="1"/>
          </p:cNvPicPr>
          <p:nvPr/>
        </p:nvPicPr>
        <p:blipFill>
          <a:blip xmlns:r="http://schemas.openxmlformats.org/officeDocument/2006/relationships" xmlns:a="http://schemas.openxmlformats.org/drawingml/2006/main" r:embed="R32ecccf7d71445f6"/>
          <a:stretch xmlns:a="http://schemas.openxmlformats.org/drawingml/2006/main"/>
        </p:blipFill>
        <p:spPr>
          <a:xfrm xmlns:a="http://schemas.openxmlformats.org/drawingml/2006/main">
            <a:off x="685800" y="286589"/>
            <a:ext cx="2857500" cy="836522"/>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7447E5-3327-4111-A9CA-77C2EA129534}"/>
              </a:ext>
            </a:extLst>
          </p:cNvPr>
          <p:cNvSpPr>
            <a:spLocks xmlns:a="http://schemas.openxmlformats.org/drawingml/2006/main" noGrp="1"/>
          </p:cNvSpPr>
          <p:nvPr/>
        </p:nvSpPr>
        <p:spPr>
          <a:xfrm xmlns:a="http://schemas.openxmlformats.org/drawingml/2006/main">
            <a:off x="685800" y="1714500"/>
            <a:ext cx="108204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75" b="1">
                <a:solidFill>
                  <a:srgbClr val="182631"/>
                </a:solidFill>
                <a:latin typeface="Arial"/>
                <a:ea typeface="Arial"/>
                <a:cs typeface="Arial"/>
              </a:defRPr>
            </a:defPPr>
            <a:lvl1pPr>
              <a:defRPr sz="4275" b="1">
                <a:solidFill>
                  <a:srgbClr val="182631"/>
                </a:solidFill>
                <a:latin typeface="Arial"/>
                <a:ea typeface="Arial"/>
                <a:cs typeface="Arial"/>
              </a:defRPr>
            </a:lvl1pPr>
            <a:lvl2pPr>
              <a:defRPr sz="4275" b="1">
                <a:solidFill>
                  <a:srgbClr val="182631"/>
                </a:solidFill>
                <a:latin typeface="Arial"/>
                <a:ea typeface="Arial"/>
                <a:cs typeface="Arial"/>
              </a:defRPr>
            </a:lvl2pPr>
            <a:lvl3pPr>
              <a:defRPr sz="4275" b="1">
                <a:solidFill>
                  <a:srgbClr val="182631"/>
                </a:solidFill>
                <a:latin typeface="Arial"/>
                <a:ea typeface="Arial"/>
                <a:cs typeface="Arial"/>
              </a:defRPr>
            </a:lvl3pPr>
            <a:lvl4pPr>
              <a:defRPr sz="4275" b="1">
                <a:solidFill>
                  <a:srgbClr val="182631"/>
                </a:solidFill>
                <a:latin typeface="Arial"/>
                <a:ea typeface="Arial"/>
                <a:cs typeface="Arial"/>
              </a:defRPr>
            </a:lvl4pPr>
            <a:lvl5pPr>
              <a:defRPr sz="4275" b="1">
                <a:solidFill>
                  <a:srgbClr val="182631"/>
                </a:solidFill>
                <a:latin typeface="Arial"/>
                <a:ea typeface="Arial"/>
                <a:cs typeface="Arial"/>
              </a:defRPr>
            </a:lvl5pPr>
            <a:lvl6pPr>
              <a:defRPr sz="4275" b="1">
                <a:solidFill>
                  <a:srgbClr val="182631"/>
                </a:solidFill>
                <a:latin typeface="Arial"/>
                <a:ea typeface="Arial"/>
                <a:cs typeface="Arial"/>
              </a:defRPr>
            </a:lvl6pPr>
            <a:lvl7pPr>
              <a:defRPr sz="4275" b="1">
                <a:solidFill>
                  <a:srgbClr val="182631"/>
                </a:solidFill>
                <a:latin typeface="Arial"/>
                <a:ea typeface="Arial"/>
                <a:cs typeface="Arial"/>
              </a:defRPr>
            </a:lvl7pPr>
            <a:lvl8pPr>
              <a:defRPr sz="4275" b="1">
                <a:solidFill>
                  <a:srgbClr val="182631"/>
                </a:solidFill>
                <a:latin typeface="Arial"/>
                <a:ea typeface="Arial"/>
                <a:cs typeface="Arial"/>
              </a:defRPr>
            </a:lvl8pPr>
            <a:lvl9pPr>
              <a:defRPr sz="4275" b="1">
                <a:solidFill>
                  <a:srgbClr val="182631"/>
                </a:solidFill>
                <a:latin typeface="Arial"/>
                <a:ea typeface="Arial"/>
                <a:cs typeface="Arial"/>
              </a:defRPr>
            </a:lvl9pPr>
          </a:lstStyle>
          <a:p xmlns:a="http://schemas.openxmlformats.org/drawingml/2006/main">
            <a:pPr>
              <a:defRPr sz="4275" b="1">
                <a:solidFill>
                  <a:srgbClr val="182631"/>
                </a:solidFill>
                <a:latin typeface="Arial"/>
                <a:ea typeface="Arial"/>
                <a:cs typeface="Arial"/>
              </a:defRPr>
            </a:pPr>
            <a:r>
              <a:rPr sz="4275" b="1">
                <a:solidFill>
                  <a:srgbClr val="182631"/>
                </a:solidFill>
                <a:latin typeface="Arial"/>
                <a:ea typeface="Arial"/>
                <a:cs typeface="Arial"/>
              </a:rPr>
              <a:t>Environment Specific</a:t>
            </a:r>
          </a:p>
          <a:p xmlns:a="http://schemas.openxmlformats.org/drawingml/2006/main">
            <a:pPr>
              <a:defRPr sz="4275" b="1">
                <a:solidFill>
                  <a:srgbClr val="182631"/>
                </a:solidFill>
                <a:latin typeface="Arial"/>
                <a:ea typeface="Arial"/>
                <a:cs typeface="Arial"/>
              </a:defRPr>
            </a:pPr>
            <a:r>
              <a:rPr sz="4275" b="1">
                <a:solidFill>
                  <a:srgbClr val="182631"/>
                </a:solidFill>
                <a:latin typeface="Arial"/>
                <a:ea typeface="Arial"/>
                <a:cs typeface="Arial"/>
              </a:rPr>
              <a:t>Application Configuration</a:t>
            </a:r>
          </a:p>
          <a:p xmlns:a="http://schemas.openxmlformats.org/drawingml/2006/main">
            <a:pPr>
              <a:defRPr sz="4275" b="1">
                <a:solidFill>
                  <a:srgbClr val="182631"/>
                </a:solidFill>
                <a:latin typeface="Arial"/>
                <a:ea typeface="Arial"/>
                <a:cs typeface="Arial"/>
              </a:defRPr>
            </a:pPr>
            <a:r>
              <a:rPr sz="4275" b="1">
                <a:solidFill>
                  <a:srgbClr val="182631"/>
                </a:solidFill>
                <a:latin typeface="Arial"/>
                <a:ea typeface="Arial"/>
                <a:cs typeface="Arial"/>
              </a:rPr>
              <a:t>and Deployment Using Ansible</a:t>
            </a:r>
          </a:p>
        </p:txBody>
      </p:sp>
      <p:sp>
        <p:nvSpPr>
          <p:cNvPr id="3" name="">
            <a:extLst xmlns:a="http://schemas.openxmlformats.org/drawingml/2006/main">
              <a:ext uri="{FF2B5EF4-FFF2-40B4-BE49-F238E27FC236}">
                <a16:creationId xmlns:a16="http://schemas.microsoft.com/office/drawing/2014/main" id="{398A40F7-2218-4C67-B7D7-FD312065B8E9}"/>
              </a:ext>
            </a:extLst>
          </p:cNvPr>
          <p:cNvSpPr>
            <a:spLocks xmlns:a="http://schemas.openxmlformats.org/drawingml/2006/main" noGrp="1"/>
          </p:cNvSpPr>
          <p:nvPr/>
        </p:nvSpPr>
        <p:spPr>
          <a:xfrm xmlns:a="http://schemas.openxmlformats.org/drawingml/2006/main">
            <a:off x="685800" y="433387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1C32"/>
                </a:solidFill>
                <a:latin typeface="Arial"/>
                <a:ea typeface="Arial"/>
                <a:cs typeface="Arial"/>
              </a:defRPr>
            </a:defPPr>
            <a:lvl1pPr>
              <a:defRPr sz="2025" b="0">
                <a:solidFill>
                  <a:srgbClr val="B71C32"/>
                </a:solidFill>
                <a:latin typeface="Arial"/>
                <a:ea typeface="Arial"/>
                <a:cs typeface="Arial"/>
              </a:defRPr>
            </a:lvl1pPr>
            <a:lvl2pPr>
              <a:defRPr sz="2025" b="0">
                <a:solidFill>
                  <a:srgbClr val="B71C32"/>
                </a:solidFill>
                <a:latin typeface="Arial"/>
                <a:ea typeface="Arial"/>
                <a:cs typeface="Arial"/>
              </a:defRPr>
            </a:lvl2pPr>
            <a:lvl3pPr>
              <a:defRPr sz="2025" b="0">
                <a:solidFill>
                  <a:srgbClr val="B71C32"/>
                </a:solidFill>
                <a:latin typeface="Arial"/>
                <a:ea typeface="Arial"/>
                <a:cs typeface="Arial"/>
              </a:defRPr>
            </a:lvl3pPr>
            <a:lvl4pPr>
              <a:defRPr sz="2025" b="0">
                <a:solidFill>
                  <a:srgbClr val="B71C32"/>
                </a:solidFill>
                <a:latin typeface="Arial"/>
                <a:ea typeface="Arial"/>
                <a:cs typeface="Arial"/>
              </a:defRPr>
            </a:lvl4pPr>
            <a:lvl5pPr>
              <a:defRPr sz="2025" b="0">
                <a:solidFill>
                  <a:srgbClr val="B71C32"/>
                </a:solidFill>
                <a:latin typeface="Arial"/>
                <a:ea typeface="Arial"/>
                <a:cs typeface="Arial"/>
              </a:defRPr>
            </a:lvl5pPr>
            <a:lvl6pPr>
              <a:defRPr sz="2025" b="0">
                <a:solidFill>
                  <a:srgbClr val="B71C32"/>
                </a:solidFill>
                <a:latin typeface="Arial"/>
                <a:ea typeface="Arial"/>
                <a:cs typeface="Arial"/>
              </a:defRPr>
            </a:lvl6pPr>
            <a:lvl7pPr>
              <a:defRPr sz="2025" b="0">
                <a:solidFill>
                  <a:srgbClr val="B71C32"/>
                </a:solidFill>
                <a:latin typeface="Arial"/>
                <a:ea typeface="Arial"/>
                <a:cs typeface="Arial"/>
              </a:defRPr>
            </a:lvl7pPr>
            <a:lvl8pPr>
              <a:defRPr sz="2025" b="0">
                <a:solidFill>
                  <a:srgbClr val="B71C32"/>
                </a:solidFill>
                <a:latin typeface="Arial"/>
                <a:ea typeface="Arial"/>
                <a:cs typeface="Arial"/>
              </a:defRPr>
            </a:lvl8pPr>
            <a:lvl9pPr>
              <a:defRPr sz="2025" b="0">
                <a:solidFill>
                  <a:srgbClr val="B71C32"/>
                </a:solidFill>
                <a:latin typeface="Arial"/>
                <a:ea typeface="Arial"/>
                <a:cs typeface="Arial"/>
              </a:defRPr>
            </a:lvl9pPr>
          </a:lstStyle>
          <a:p xmlns:a="http://schemas.openxmlformats.org/drawingml/2006/main">
            <a:pPr>
              <a:defRPr sz="2025" b="0">
                <a:solidFill>
                  <a:srgbClr val="B71C32"/>
                </a:solidFill>
                <a:latin typeface="Arial"/>
                <a:ea typeface="Arial"/>
                <a:cs typeface="Arial"/>
              </a:defRPr>
            </a:pPr>
            <a:r>
              <a:rPr sz="2025" b="0">
                <a:solidFill>
                  <a:srgbClr val="B71C32"/>
                </a:solidFill>
                <a:latin typeface="Arial"/>
                <a:ea typeface="Arial"/>
                <a:cs typeface="Arial"/>
              </a:rPr>
              <a:t>Theory Internal Assessment</a:t>
            </a:r>
          </a:p>
        </p:txBody>
      </p:sp>
      <p:sp>
        <p:nvSpPr>
          <p:cNvPr id="4" name="">
            <a:extLst xmlns:a="http://schemas.openxmlformats.org/drawingml/2006/main">
              <a:ext uri="{FF2B5EF4-FFF2-40B4-BE49-F238E27FC236}">
                <a16:creationId xmlns:a16="http://schemas.microsoft.com/office/drawing/2014/main" id="{F4B87907-BAAF-40C2-A194-808A10A20378}"/>
              </a:ext>
            </a:extLst>
          </p:cNvPr>
          <p:cNvSpPr>
            <a:spLocks xmlns:a="http://schemas.openxmlformats.org/drawingml/2006/main" noGrp="1"/>
          </p:cNvSpPr>
          <p:nvPr/>
        </p:nvSpPr>
        <p:spPr>
          <a:xfrm xmlns:a="http://schemas.openxmlformats.org/drawingml/2006/main">
            <a:off x="685800" y="5334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570"/>
                </a:solidFill>
                <a:latin typeface="Arial"/>
                <a:ea typeface="Arial"/>
                <a:cs typeface="Arial"/>
              </a:defRPr>
            </a:defPPr>
            <a:lvl1pPr>
              <a:defRPr sz="1800" b="0">
                <a:solidFill>
                  <a:srgbClr val="526570"/>
                </a:solidFill>
                <a:latin typeface="Arial"/>
                <a:ea typeface="Arial"/>
                <a:cs typeface="Arial"/>
              </a:defRPr>
            </a:lvl1pPr>
            <a:lvl2pPr>
              <a:defRPr sz="1800" b="0">
                <a:solidFill>
                  <a:srgbClr val="526570"/>
                </a:solidFill>
                <a:latin typeface="Arial"/>
                <a:ea typeface="Arial"/>
                <a:cs typeface="Arial"/>
              </a:defRPr>
            </a:lvl2pPr>
            <a:lvl3pPr>
              <a:defRPr sz="1800" b="0">
                <a:solidFill>
                  <a:srgbClr val="526570"/>
                </a:solidFill>
                <a:latin typeface="Arial"/>
                <a:ea typeface="Arial"/>
                <a:cs typeface="Arial"/>
              </a:defRPr>
            </a:lvl3pPr>
            <a:lvl4pPr>
              <a:defRPr sz="1800" b="0">
                <a:solidFill>
                  <a:srgbClr val="526570"/>
                </a:solidFill>
                <a:latin typeface="Arial"/>
                <a:ea typeface="Arial"/>
                <a:cs typeface="Arial"/>
              </a:defRPr>
            </a:lvl4pPr>
            <a:lvl5pPr>
              <a:defRPr sz="1800" b="0">
                <a:solidFill>
                  <a:srgbClr val="526570"/>
                </a:solidFill>
                <a:latin typeface="Arial"/>
                <a:ea typeface="Arial"/>
                <a:cs typeface="Arial"/>
              </a:defRPr>
            </a:lvl5pPr>
            <a:lvl6pPr>
              <a:defRPr sz="1800" b="0">
                <a:solidFill>
                  <a:srgbClr val="526570"/>
                </a:solidFill>
                <a:latin typeface="Arial"/>
                <a:ea typeface="Arial"/>
                <a:cs typeface="Arial"/>
              </a:defRPr>
            </a:lvl6pPr>
            <a:lvl7pPr>
              <a:defRPr sz="1800" b="0">
                <a:solidFill>
                  <a:srgbClr val="526570"/>
                </a:solidFill>
                <a:latin typeface="Arial"/>
                <a:ea typeface="Arial"/>
                <a:cs typeface="Arial"/>
              </a:defRPr>
            </a:lvl7pPr>
            <a:lvl8pPr>
              <a:defRPr sz="1800" b="0">
                <a:solidFill>
                  <a:srgbClr val="526570"/>
                </a:solidFill>
                <a:latin typeface="Arial"/>
                <a:ea typeface="Arial"/>
                <a:cs typeface="Arial"/>
              </a:defRPr>
            </a:lvl8pPr>
            <a:lvl9pPr>
              <a:defRPr sz="1800" b="0">
                <a:solidFill>
                  <a:srgbClr val="526570"/>
                </a:solidFill>
                <a:latin typeface="Arial"/>
                <a:ea typeface="Arial"/>
                <a:cs typeface="Arial"/>
              </a:defRPr>
            </a:lvl9pPr>
          </a:lstStyle>
          <a:p xmlns:a="http://schemas.openxmlformats.org/drawingml/2006/main">
            <a:pPr>
              <a:defRPr sz="1800" b="0">
                <a:solidFill>
                  <a:srgbClr val="526570"/>
                </a:solidFill>
                <a:latin typeface="Arial"/>
                <a:ea typeface="Arial"/>
                <a:cs typeface="Arial"/>
              </a:defRPr>
            </a:pPr>
            <a:r>
              <a:rPr sz="1800" b="0">
                <a:solidFill>
                  <a:srgbClr val="526570"/>
                </a:solidFill>
                <a:latin typeface="Arial"/>
                <a:ea typeface="Arial"/>
                <a:cs typeface="Arial"/>
              </a:rPr>
              <a:t>Student 1: ____________________    Roll: ______________</a:t>
            </a:r>
          </a:p>
          <a:p xmlns:a="http://schemas.openxmlformats.org/drawingml/2006/main">
            <a:pPr>
              <a:defRPr sz="1800" b="0">
                <a:solidFill>
                  <a:srgbClr val="526570"/>
                </a:solidFill>
                <a:latin typeface="Arial"/>
                <a:ea typeface="Arial"/>
                <a:cs typeface="Arial"/>
              </a:defRPr>
            </a:pPr>
            <a:r>
              <a:rPr sz="1800" b="0">
                <a:solidFill>
                  <a:srgbClr val="526570"/>
                </a:solidFill>
                <a:latin typeface="Arial"/>
                <a:ea typeface="Arial"/>
                <a:cs typeface="Arial"/>
              </a:rPr>
              <a:t>Student 2: ____________________    Roll: ______________</a:t>
            </a:r>
          </a:p>
        </p:txBody>
      </p:sp>
    </p:spTree>
    <p:extLst>
      <p:ext uri="{BB962C8B-B14F-4D97-AF65-F5344CB8AC3E}">
        <p14:creationId xmlns:p14="http://schemas.microsoft.com/office/powerpoint/2010/main" val="1003117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370EE2-DC70-42A9-B8E8-D0B2F8E7792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The configuration problem</a:t>
            </a:r>
          </a:p>
        </p:txBody>
      </p:sp>
      <p:sp>
        <p:nvSpPr>
          <p:cNvPr id="2" name="">
            <a:extLst xmlns:a="http://schemas.openxmlformats.org/drawingml/2006/main">
              <a:ext uri="{FF2B5EF4-FFF2-40B4-BE49-F238E27FC236}">
                <a16:creationId xmlns:a16="http://schemas.microsoft.com/office/drawing/2014/main" id="{28550A49-552A-4AE1-9196-63E805FA42EB}"/>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4B21503-B460-4868-8270-15EAFFFEA26B}"/>
              </a:ext>
            </a:extLst>
          </p:cNvPr>
          <p:cNvSpPr>
            <a:spLocks xmlns:a="http://schemas.openxmlformats.org/drawingml/2006/main" noGrp="1"/>
          </p:cNvSpPr>
          <p:nvPr/>
        </p:nvSpPr>
        <p:spPr>
          <a:xfrm xmlns:a="http://schemas.openxmlformats.org/drawingml/2006/main">
            <a:off x="685800" y="18573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2631"/>
                </a:solidFill>
                <a:latin typeface="Arial"/>
                <a:ea typeface="Arial"/>
                <a:cs typeface="Arial"/>
              </a:defRPr>
            </a:defPPr>
            <a:lvl1pPr>
              <a:defRPr sz="2550" b="0">
                <a:solidFill>
                  <a:srgbClr val="182631"/>
                </a:solidFill>
                <a:latin typeface="Arial"/>
                <a:ea typeface="Arial"/>
                <a:cs typeface="Arial"/>
              </a:defRPr>
            </a:lvl1pPr>
            <a:lvl2pPr>
              <a:defRPr sz="2550" b="0">
                <a:solidFill>
                  <a:srgbClr val="182631"/>
                </a:solidFill>
                <a:latin typeface="Arial"/>
                <a:ea typeface="Arial"/>
                <a:cs typeface="Arial"/>
              </a:defRPr>
            </a:lvl2pPr>
            <a:lvl3pPr>
              <a:defRPr sz="2550" b="0">
                <a:solidFill>
                  <a:srgbClr val="182631"/>
                </a:solidFill>
                <a:latin typeface="Arial"/>
                <a:ea typeface="Arial"/>
                <a:cs typeface="Arial"/>
              </a:defRPr>
            </a:lvl3pPr>
            <a:lvl4pPr>
              <a:defRPr sz="2550" b="0">
                <a:solidFill>
                  <a:srgbClr val="182631"/>
                </a:solidFill>
                <a:latin typeface="Arial"/>
                <a:ea typeface="Arial"/>
                <a:cs typeface="Arial"/>
              </a:defRPr>
            </a:lvl4pPr>
            <a:lvl5pPr>
              <a:defRPr sz="2550" b="0">
                <a:solidFill>
                  <a:srgbClr val="182631"/>
                </a:solidFill>
                <a:latin typeface="Arial"/>
                <a:ea typeface="Arial"/>
                <a:cs typeface="Arial"/>
              </a:defRPr>
            </a:lvl5pPr>
            <a:lvl6pPr>
              <a:defRPr sz="2550" b="0">
                <a:solidFill>
                  <a:srgbClr val="182631"/>
                </a:solidFill>
                <a:latin typeface="Arial"/>
                <a:ea typeface="Arial"/>
                <a:cs typeface="Arial"/>
              </a:defRPr>
            </a:lvl6pPr>
            <a:lvl7pPr>
              <a:defRPr sz="2550" b="0">
                <a:solidFill>
                  <a:srgbClr val="182631"/>
                </a:solidFill>
                <a:latin typeface="Arial"/>
                <a:ea typeface="Arial"/>
                <a:cs typeface="Arial"/>
              </a:defRPr>
            </a:lvl7pPr>
            <a:lvl8pPr>
              <a:defRPr sz="2550" b="0">
                <a:solidFill>
                  <a:srgbClr val="182631"/>
                </a:solidFill>
                <a:latin typeface="Arial"/>
                <a:ea typeface="Arial"/>
                <a:cs typeface="Arial"/>
              </a:defRPr>
            </a:lvl8pPr>
            <a:lvl9pPr>
              <a:defRPr sz="2550" b="0">
                <a:solidFill>
                  <a:srgbClr val="182631"/>
                </a:solidFill>
                <a:latin typeface="Arial"/>
                <a:ea typeface="Arial"/>
                <a:cs typeface="Arial"/>
              </a:defRPr>
            </a:lvl9pPr>
          </a:lstStyle>
          <a:p xmlns:a="http://schemas.openxmlformats.org/drawingml/2006/main">
            <a:pPr>
              <a:defRPr sz="2550" b="0">
                <a:solidFill>
                  <a:srgbClr val="182631"/>
                </a:solidFill>
                <a:latin typeface="Arial"/>
                <a:ea typeface="Arial"/>
                <a:cs typeface="Arial"/>
              </a:defRPr>
            </a:pPr>
            <a:r>
              <a:rPr sz="2550" b="0">
                <a:solidFill>
                  <a:srgbClr val="182631"/>
                </a:solidFill>
                <a:latin typeface="Arial"/>
                <a:ea typeface="Arial"/>
                <a:cs typeface="Arial"/>
              </a:rPr>
              <a:t>Development needs detailed diagnostics.</a:t>
            </a:r>
          </a:p>
        </p:txBody>
      </p:sp>
      <p:sp>
        <p:nvSpPr>
          <p:cNvPr id="4" name="">
            <a:extLst xmlns:a="http://schemas.openxmlformats.org/drawingml/2006/main">
              <a:ext uri="{FF2B5EF4-FFF2-40B4-BE49-F238E27FC236}">
                <a16:creationId xmlns:a16="http://schemas.microsoft.com/office/drawing/2014/main" id="{4678FF17-4188-4CF9-9EC2-D83379E962EF}"/>
              </a:ext>
            </a:extLst>
          </p:cNvPr>
          <p:cNvSpPr>
            <a:spLocks xmlns:a="http://schemas.openxmlformats.org/drawingml/2006/main" noGrp="1"/>
          </p:cNvSpPr>
          <p:nvPr/>
        </p:nvSpPr>
        <p:spPr>
          <a:xfrm xmlns:a="http://schemas.openxmlformats.org/drawingml/2006/main">
            <a:off x="685800" y="2809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2631"/>
                </a:solidFill>
                <a:latin typeface="Arial"/>
                <a:ea typeface="Arial"/>
                <a:cs typeface="Arial"/>
              </a:defRPr>
            </a:defPPr>
            <a:lvl1pPr>
              <a:defRPr sz="2550" b="0">
                <a:solidFill>
                  <a:srgbClr val="182631"/>
                </a:solidFill>
                <a:latin typeface="Arial"/>
                <a:ea typeface="Arial"/>
                <a:cs typeface="Arial"/>
              </a:defRPr>
            </a:lvl1pPr>
            <a:lvl2pPr>
              <a:defRPr sz="2550" b="0">
                <a:solidFill>
                  <a:srgbClr val="182631"/>
                </a:solidFill>
                <a:latin typeface="Arial"/>
                <a:ea typeface="Arial"/>
                <a:cs typeface="Arial"/>
              </a:defRPr>
            </a:lvl2pPr>
            <a:lvl3pPr>
              <a:defRPr sz="2550" b="0">
                <a:solidFill>
                  <a:srgbClr val="182631"/>
                </a:solidFill>
                <a:latin typeface="Arial"/>
                <a:ea typeface="Arial"/>
                <a:cs typeface="Arial"/>
              </a:defRPr>
            </a:lvl3pPr>
            <a:lvl4pPr>
              <a:defRPr sz="2550" b="0">
                <a:solidFill>
                  <a:srgbClr val="182631"/>
                </a:solidFill>
                <a:latin typeface="Arial"/>
                <a:ea typeface="Arial"/>
                <a:cs typeface="Arial"/>
              </a:defRPr>
            </a:lvl4pPr>
            <a:lvl5pPr>
              <a:defRPr sz="2550" b="0">
                <a:solidFill>
                  <a:srgbClr val="182631"/>
                </a:solidFill>
                <a:latin typeface="Arial"/>
                <a:ea typeface="Arial"/>
                <a:cs typeface="Arial"/>
              </a:defRPr>
            </a:lvl5pPr>
            <a:lvl6pPr>
              <a:defRPr sz="2550" b="0">
                <a:solidFill>
                  <a:srgbClr val="182631"/>
                </a:solidFill>
                <a:latin typeface="Arial"/>
                <a:ea typeface="Arial"/>
                <a:cs typeface="Arial"/>
              </a:defRPr>
            </a:lvl6pPr>
            <a:lvl7pPr>
              <a:defRPr sz="2550" b="0">
                <a:solidFill>
                  <a:srgbClr val="182631"/>
                </a:solidFill>
                <a:latin typeface="Arial"/>
                <a:ea typeface="Arial"/>
                <a:cs typeface="Arial"/>
              </a:defRPr>
            </a:lvl7pPr>
            <a:lvl8pPr>
              <a:defRPr sz="2550" b="0">
                <a:solidFill>
                  <a:srgbClr val="182631"/>
                </a:solidFill>
                <a:latin typeface="Arial"/>
                <a:ea typeface="Arial"/>
                <a:cs typeface="Arial"/>
              </a:defRPr>
            </a:lvl8pPr>
            <a:lvl9pPr>
              <a:defRPr sz="2550" b="0">
                <a:solidFill>
                  <a:srgbClr val="182631"/>
                </a:solidFill>
                <a:latin typeface="Arial"/>
                <a:ea typeface="Arial"/>
                <a:cs typeface="Arial"/>
              </a:defRPr>
            </a:lvl9pPr>
          </a:lstStyle>
          <a:p xmlns:a="http://schemas.openxmlformats.org/drawingml/2006/main">
            <a:pPr>
              <a:defRPr sz="2550" b="0">
                <a:solidFill>
                  <a:srgbClr val="182631"/>
                </a:solidFill>
                <a:latin typeface="Arial"/>
                <a:ea typeface="Arial"/>
                <a:cs typeface="Arial"/>
              </a:defRPr>
            </a:pPr>
            <a:r>
              <a:rPr sz="2550" b="0">
                <a:solidFill>
                  <a:srgbClr val="182631"/>
                </a:solidFill>
                <a:latin typeface="Arial"/>
                <a:ea typeface="Arial"/>
                <a:cs typeface="Arial"/>
              </a:rPr>
              <a:t>Staging needs settings suitable for release review.</a:t>
            </a:r>
          </a:p>
        </p:txBody>
      </p:sp>
      <p:sp>
        <p:nvSpPr>
          <p:cNvPr id="5" name="">
            <a:extLst xmlns:a="http://schemas.openxmlformats.org/drawingml/2006/main">
              <a:ext uri="{FF2B5EF4-FFF2-40B4-BE49-F238E27FC236}">
                <a16:creationId xmlns:a16="http://schemas.microsoft.com/office/drawing/2014/main" id="{C286AD26-3773-4625-9AF2-C9A409BB2030}"/>
              </a:ext>
            </a:extLst>
          </p:cNvPr>
          <p:cNvSpPr>
            <a:spLocks xmlns:a="http://schemas.openxmlformats.org/drawingml/2006/main" noGrp="1"/>
          </p:cNvSpPr>
          <p:nvPr/>
        </p:nvSpPr>
        <p:spPr>
          <a:xfrm xmlns:a="http://schemas.openxmlformats.org/drawingml/2006/main">
            <a:off x="685800" y="385762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2631"/>
                </a:solidFill>
                <a:latin typeface="Arial"/>
                <a:ea typeface="Arial"/>
                <a:cs typeface="Arial"/>
              </a:defRPr>
            </a:defPPr>
            <a:lvl1pPr>
              <a:defRPr sz="2550" b="0">
                <a:solidFill>
                  <a:srgbClr val="182631"/>
                </a:solidFill>
                <a:latin typeface="Arial"/>
                <a:ea typeface="Arial"/>
                <a:cs typeface="Arial"/>
              </a:defRPr>
            </a:lvl1pPr>
            <a:lvl2pPr>
              <a:defRPr sz="2550" b="0">
                <a:solidFill>
                  <a:srgbClr val="182631"/>
                </a:solidFill>
                <a:latin typeface="Arial"/>
                <a:ea typeface="Arial"/>
                <a:cs typeface="Arial"/>
              </a:defRPr>
            </a:lvl2pPr>
            <a:lvl3pPr>
              <a:defRPr sz="2550" b="0">
                <a:solidFill>
                  <a:srgbClr val="182631"/>
                </a:solidFill>
                <a:latin typeface="Arial"/>
                <a:ea typeface="Arial"/>
                <a:cs typeface="Arial"/>
              </a:defRPr>
            </a:lvl3pPr>
            <a:lvl4pPr>
              <a:defRPr sz="2550" b="0">
                <a:solidFill>
                  <a:srgbClr val="182631"/>
                </a:solidFill>
                <a:latin typeface="Arial"/>
                <a:ea typeface="Arial"/>
                <a:cs typeface="Arial"/>
              </a:defRPr>
            </a:lvl4pPr>
            <a:lvl5pPr>
              <a:defRPr sz="2550" b="0">
                <a:solidFill>
                  <a:srgbClr val="182631"/>
                </a:solidFill>
                <a:latin typeface="Arial"/>
                <a:ea typeface="Arial"/>
                <a:cs typeface="Arial"/>
              </a:defRPr>
            </a:lvl5pPr>
            <a:lvl6pPr>
              <a:defRPr sz="2550" b="0">
                <a:solidFill>
                  <a:srgbClr val="182631"/>
                </a:solidFill>
                <a:latin typeface="Arial"/>
                <a:ea typeface="Arial"/>
                <a:cs typeface="Arial"/>
              </a:defRPr>
            </a:lvl6pPr>
            <a:lvl7pPr>
              <a:defRPr sz="2550" b="0">
                <a:solidFill>
                  <a:srgbClr val="182631"/>
                </a:solidFill>
                <a:latin typeface="Arial"/>
                <a:ea typeface="Arial"/>
                <a:cs typeface="Arial"/>
              </a:defRPr>
            </a:lvl7pPr>
            <a:lvl8pPr>
              <a:defRPr sz="2550" b="0">
                <a:solidFill>
                  <a:srgbClr val="182631"/>
                </a:solidFill>
                <a:latin typeface="Arial"/>
                <a:ea typeface="Arial"/>
                <a:cs typeface="Arial"/>
              </a:defRPr>
            </a:lvl8pPr>
            <a:lvl9pPr>
              <a:defRPr sz="2550" b="0">
                <a:solidFill>
                  <a:srgbClr val="182631"/>
                </a:solidFill>
                <a:latin typeface="Arial"/>
                <a:ea typeface="Arial"/>
                <a:cs typeface="Arial"/>
              </a:defRPr>
            </a:lvl9pPr>
          </a:lstStyle>
          <a:p xmlns:a="http://schemas.openxmlformats.org/drawingml/2006/main">
            <a:pPr>
              <a:defRPr sz="2550" b="0">
                <a:solidFill>
                  <a:srgbClr val="182631"/>
                </a:solidFill>
                <a:latin typeface="Arial"/>
                <a:ea typeface="Arial"/>
                <a:cs typeface="Arial"/>
              </a:defRPr>
            </a:pPr>
            <a:r>
              <a:rPr sz="2550" b="0">
                <a:solidFill>
                  <a:srgbClr val="182631"/>
                </a:solidFill>
                <a:latin typeface="Arial"/>
                <a:ea typeface="Arial"/>
                <a:cs typeface="Arial"/>
              </a:rPr>
              <a:t>Production needs the intended settings for users.</a:t>
            </a:r>
          </a:p>
        </p:txBody>
      </p:sp>
      <p:sp>
        <p:nvSpPr>
          <p:cNvPr id="6" name="">
            <a:extLst xmlns:a="http://schemas.openxmlformats.org/drawingml/2006/main">
              <a:ext uri="{FF2B5EF4-FFF2-40B4-BE49-F238E27FC236}">
                <a16:creationId xmlns:a16="http://schemas.microsoft.com/office/drawing/2014/main" id="{9FA2A5AC-C876-4D12-98A0-248F275BF2CF}"/>
              </a:ext>
            </a:extLst>
          </p:cNvPr>
          <p:cNvSpPr>
            <a:spLocks xmlns:a="http://schemas.openxmlformats.org/drawingml/2006/main" noGrp="1"/>
          </p:cNvSpPr>
          <p:nvPr/>
        </p:nvSpPr>
        <p:spPr>
          <a:xfrm xmlns:a="http://schemas.openxmlformats.org/drawingml/2006/main">
            <a:off x="685800" y="5191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B71C32"/>
                </a:solidFill>
                <a:latin typeface="Arial"/>
                <a:ea typeface="Arial"/>
                <a:cs typeface="Arial"/>
              </a:defRPr>
            </a:defPPr>
            <a:lvl1pPr>
              <a:defRPr sz="2250" b="1">
                <a:solidFill>
                  <a:srgbClr val="B71C32"/>
                </a:solidFill>
                <a:latin typeface="Arial"/>
                <a:ea typeface="Arial"/>
                <a:cs typeface="Arial"/>
              </a:defRPr>
            </a:lvl1pPr>
            <a:lvl2pPr>
              <a:defRPr sz="2250" b="1">
                <a:solidFill>
                  <a:srgbClr val="B71C32"/>
                </a:solidFill>
                <a:latin typeface="Arial"/>
                <a:ea typeface="Arial"/>
                <a:cs typeface="Arial"/>
              </a:defRPr>
            </a:lvl2pPr>
            <a:lvl3pPr>
              <a:defRPr sz="2250" b="1">
                <a:solidFill>
                  <a:srgbClr val="B71C32"/>
                </a:solidFill>
                <a:latin typeface="Arial"/>
                <a:ea typeface="Arial"/>
                <a:cs typeface="Arial"/>
              </a:defRPr>
            </a:lvl3pPr>
            <a:lvl4pPr>
              <a:defRPr sz="2250" b="1">
                <a:solidFill>
                  <a:srgbClr val="B71C32"/>
                </a:solidFill>
                <a:latin typeface="Arial"/>
                <a:ea typeface="Arial"/>
                <a:cs typeface="Arial"/>
              </a:defRPr>
            </a:lvl4pPr>
            <a:lvl5pPr>
              <a:defRPr sz="2250" b="1">
                <a:solidFill>
                  <a:srgbClr val="B71C32"/>
                </a:solidFill>
                <a:latin typeface="Arial"/>
                <a:ea typeface="Arial"/>
                <a:cs typeface="Arial"/>
              </a:defRPr>
            </a:lvl5pPr>
            <a:lvl6pPr>
              <a:defRPr sz="2250" b="1">
                <a:solidFill>
                  <a:srgbClr val="B71C32"/>
                </a:solidFill>
                <a:latin typeface="Arial"/>
                <a:ea typeface="Arial"/>
                <a:cs typeface="Arial"/>
              </a:defRPr>
            </a:lvl6pPr>
            <a:lvl7pPr>
              <a:defRPr sz="2250" b="1">
                <a:solidFill>
                  <a:srgbClr val="B71C32"/>
                </a:solidFill>
                <a:latin typeface="Arial"/>
                <a:ea typeface="Arial"/>
                <a:cs typeface="Arial"/>
              </a:defRPr>
            </a:lvl7pPr>
            <a:lvl8pPr>
              <a:defRPr sz="2250" b="1">
                <a:solidFill>
                  <a:srgbClr val="B71C32"/>
                </a:solidFill>
                <a:latin typeface="Arial"/>
                <a:ea typeface="Arial"/>
                <a:cs typeface="Arial"/>
              </a:defRPr>
            </a:lvl8pPr>
            <a:lvl9pPr>
              <a:defRPr sz="2250" b="1">
                <a:solidFill>
                  <a:srgbClr val="B71C32"/>
                </a:solidFill>
                <a:latin typeface="Arial"/>
                <a:ea typeface="Arial"/>
                <a:cs typeface="Arial"/>
              </a:defRPr>
            </a:lvl9pPr>
          </a:lstStyle>
          <a:p xmlns:a="http://schemas.openxmlformats.org/drawingml/2006/main">
            <a:pPr>
              <a:defRPr sz="2250" b="1">
                <a:solidFill>
                  <a:srgbClr val="B71C32"/>
                </a:solidFill>
                <a:latin typeface="Arial"/>
                <a:ea typeface="Arial"/>
                <a:cs typeface="Arial"/>
              </a:defRPr>
            </a:pPr>
            <a:r>
              <a:rPr sz="2250" b="1">
                <a:solidFill>
                  <a:srgbClr val="B71C32"/>
                </a:solidFill>
                <a:latin typeface="Arial"/>
                <a:ea typeface="Arial"/>
                <a:cs typeface="Arial"/>
              </a:rPr>
              <a:t>Manual edits can leave the environments inconsistent.</a:t>
            </a:r>
          </a:p>
        </p:txBody>
      </p:sp>
    </p:spTree>
    <p:extLst>
      <p:ext uri="{BB962C8B-B14F-4D97-AF65-F5344CB8AC3E}">
        <p14:creationId xmlns:p14="http://schemas.microsoft.com/office/powerpoint/2010/main" val="6154408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A273747-4073-43B2-9C23-EDE09651D691}"/>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Ansible concepts in our project</a:t>
            </a:r>
          </a:p>
        </p:txBody>
      </p:sp>
      <p:sp>
        <p:nvSpPr>
          <p:cNvPr id="2" name="">
            <a:extLst xmlns:a="http://schemas.openxmlformats.org/drawingml/2006/main">
              <a:ext uri="{FF2B5EF4-FFF2-40B4-BE49-F238E27FC236}">
                <a16:creationId xmlns:a16="http://schemas.microsoft.com/office/drawing/2014/main" id="{1D1B2592-C06A-47C2-A8CD-83306FBACFC3}"/>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CF96FD5A-CE04-48F1-8560-653759D1A592}"/>
              </a:ext>
            </a:extLst>
          </p:cNvPr>
          <p:cNvGraphicFramePr/>
          <p:nvPr/>
        </p:nvGraphicFramePr>
        <p:xfrm>
          <a:off xmlns:a="http://schemas.openxmlformats.org/drawingml/2006/main" x="685800" y="1638300"/>
          <a:ext xmlns:a="http://schemas.openxmlformats.org/drawingml/2006/main" cx="10820400" cy="4000500"/>
        </p:xfrm>
        <a:graphic xmlns:a="http://schemas.openxmlformats.org/drawingml/2006/main">
          <a:graphicData uri="http://schemas.openxmlformats.org/drawingml/2006/table">
            <a:tbl>
              <a:tblPr/>
              <a:tblGrid>
                <a:gridCol w="2571750"/>
                <a:gridCol w="8248650"/>
              </a:tblGrid>
              <a:tr h="666750">
                <a:tc>
                  <a:txBody>
                    <a:bodyPr/>
                    <a:lstStyle/>
                    <a:p>
                      <a:r>
                        <a:rPr sz="1800" b="1">
                          <a:solidFill>
                            <a:srgbClr val="FFFFFF"/>
                          </a:solidFill>
                          <a:latin typeface="Arial"/>
                          <a:ea typeface="Arial"/>
                          <a:cs typeface="Arial"/>
                        </a:rPr>
                        <a:t>Concept</a:t>
                      </a:r>
                    </a:p>
                  </a:txBody>
                  <a:tcPr marL="91440" marR="91440" marT="45720" marB="45720">
                    <a:lnL w="9525">
                      <a:solidFill>
                        <a:srgbClr val="D5DCE1"/>
                      </a:solidFill>
                      <a:prstDash val="solid"/>
                    </a:lnL>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c>
                  <a:txBody>
                    <a:bodyPr/>
                    <a:lstStyle/>
                    <a:p>
                      <a:r>
                        <a:rPr sz="1800" b="1">
                          <a:solidFill>
                            <a:srgbClr val="FFFFFF"/>
                          </a:solidFill>
                          <a:latin typeface="Arial"/>
                          <a:ea typeface="Arial"/>
                          <a:cs typeface="Arial"/>
                        </a:rPr>
                        <a:t>Project example</a:t>
                      </a:r>
                    </a:p>
                  </a:txBody>
                  <a:tcPr marL="91440" marR="91440" marT="45720" marB="45720">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r>
              <a:tr h="666750">
                <a:tc>
                  <a:txBody>
                    <a:bodyPr/>
                    <a:lstStyle/>
                    <a:p>
                      <a:r>
                        <a:rPr sz="1800" b="0">
                          <a:solidFill>
                            <a:srgbClr val="182631"/>
                          </a:solidFill>
                          <a:latin typeface="Arial"/>
                          <a:ea typeface="Arial"/>
                          <a:cs typeface="Arial"/>
                        </a:rPr>
                        <a:t>Inventory</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development, staging, production</a:t>
                      </a:r>
                    </a:p>
                  </a:txBody>
                  <a:tcPr marL="91440" marR="91440" marT="45720" marB="45720">
                    <a:lnR w="9525">
                      <a:solidFill>
                        <a:srgbClr val="D5DCE1"/>
                      </a:solidFill>
                      <a:prstDash val="solid"/>
                    </a:lnR>
                    <a:lnB w="9525">
                      <a:solidFill>
                        <a:srgbClr val="D5DCE1"/>
                      </a:solidFill>
                      <a:prstDash val="solid"/>
                    </a:lnB>
                    <a:solidFill>
                      <a:srgbClr val="FFFFFF"/>
                    </a:solidFill>
                  </a:tcPr>
                </a:tc>
              </a:tr>
              <a:tr h="666750">
                <a:tc>
                  <a:txBody>
                    <a:bodyPr/>
                    <a:lstStyle/>
                    <a:p>
                      <a:r>
                        <a:rPr sz="1800" b="0">
                          <a:solidFill>
                            <a:srgbClr val="182631"/>
                          </a:solidFill>
                          <a:latin typeface="Arial"/>
                          <a:ea typeface="Arial"/>
                          <a:cs typeface="Arial"/>
                        </a:rPr>
                        <a:t>Playbook</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playbooks/deploy.yml</a:t>
                      </a:r>
                    </a:p>
                  </a:txBody>
                  <a:tcPr marL="91440" marR="91440" marT="45720" marB="45720">
                    <a:lnR w="9525">
                      <a:solidFill>
                        <a:srgbClr val="D5DCE1"/>
                      </a:solidFill>
                      <a:prstDash val="solid"/>
                    </a:lnR>
                    <a:lnB w="9525">
                      <a:solidFill>
                        <a:srgbClr val="D5DCE1"/>
                      </a:solidFill>
                      <a:prstDash val="solid"/>
                    </a:lnB>
                    <a:solidFill>
                      <a:srgbClr val="F2F5F7"/>
                    </a:solidFill>
                  </a:tcPr>
                </a:tc>
              </a:tr>
              <a:tr h="666750">
                <a:tc>
                  <a:txBody>
                    <a:bodyPr/>
                    <a:lstStyle/>
                    <a:p>
                      <a:r>
                        <a:rPr sz="1800" b="0">
                          <a:solidFill>
                            <a:srgbClr val="182631"/>
                          </a:solidFill>
                          <a:latin typeface="Arial"/>
                          <a:ea typeface="Arial"/>
                          <a:cs typeface="Arial"/>
                        </a:rPr>
                        <a:t>Variables</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app_environment and app_log_level</a:t>
                      </a:r>
                    </a:p>
                  </a:txBody>
                  <a:tcPr marL="91440" marR="91440" marT="45720" marB="45720">
                    <a:lnR w="9525">
                      <a:solidFill>
                        <a:srgbClr val="D5DCE1"/>
                      </a:solidFill>
                      <a:prstDash val="solid"/>
                    </a:lnR>
                    <a:lnB w="9525">
                      <a:solidFill>
                        <a:srgbClr val="D5DCE1"/>
                      </a:solidFill>
                      <a:prstDash val="solid"/>
                    </a:lnB>
                    <a:solidFill>
                      <a:srgbClr val="FFFFFF"/>
                    </a:solidFill>
                  </a:tcPr>
                </a:tc>
              </a:tr>
              <a:tr h="666750">
                <a:tc>
                  <a:txBody>
                    <a:bodyPr/>
                    <a:lstStyle/>
                    <a:p>
                      <a:r>
                        <a:rPr sz="1800" b="0">
                          <a:solidFill>
                            <a:srgbClr val="182631"/>
                          </a:solidFill>
                          <a:latin typeface="Arial"/>
                          <a:ea typeface="Arial"/>
                          <a:cs typeface="Arial"/>
                        </a:rPr>
                        <a:t>Template</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One shared Nginx and application design</a:t>
                      </a:r>
                    </a:p>
                  </a:txBody>
                  <a:tcPr marL="91440" marR="91440" marT="45720" marB="45720">
                    <a:lnR w="9525">
                      <a:solidFill>
                        <a:srgbClr val="D5DCE1"/>
                      </a:solidFill>
                      <a:prstDash val="solid"/>
                    </a:lnR>
                    <a:lnB w="9525">
                      <a:solidFill>
                        <a:srgbClr val="D5DCE1"/>
                      </a:solidFill>
                      <a:prstDash val="solid"/>
                    </a:lnB>
                    <a:solidFill>
                      <a:srgbClr val="F2F5F7"/>
                    </a:solidFill>
                  </a:tcPr>
                </a:tc>
              </a:tr>
              <a:tr h="666750">
                <a:tc>
                  <a:txBody>
                    <a:bodyPr/>
                    <a:lstStyle/>
                    <a:p>
                      <a:r>
                        <a:rPr sz="1800" b="0">
                          <a:solidFill>
                            <a:srgbClr val="182631"/>
                          </a:solidFill>
                          <a:latin typeface="Arial"/>
                          <a:ea typeface="Arial"/>
                          <a:cs typeface="Arial"/>
                        </a:rPr>
                        <a:t>Handler</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Reload Nginx when its configuration changes</a:t>
                      </a:r>
                    </a:p>
                  </a:txBody>
                  <a:tcPr marL="91440" marR="91440" marT="45720" marB="45720">
                    <a:lnR w="9525">
                      <a:solidFill>
                        <a:srgbClr val="D5DCE1"/>
                      </a:solidFill>
                      <a:prstDash val="solid"/>
                    </a:lnR>
                    <a:lnB w="9525">
                      <a:solidFill>
                        <a:srgbClr val="D5DCE1"/>
                      </a:solidFill>
                      <a:prstDash val="solid"/>
                    </a:lnB>
                    <a:solidFill>
                      <a:srgbClr val="FFFFFF"/>
                    </a:solidFill>
                  </a:tcPr>
                </a:tc>
              </a:tr>
            </a:tbl>
          </a:graphicData>
        </a:graphic>
      </p:graphicFrame>
    </p:spTree>
    <p:extLst>
      <p:ext uri="{BB962C8B-B14F-4D97-AF65-F5344CB8AC3E}">
        <p14:creationId xmlns:p14="http://schemas.microsoft.com/office/powerpoint/2010/main" val="689212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57CBC6-A113-47BE-A62E-0E6C737A49A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Control node and managed nodes</a:t>
            </a:r>
          </a:p>
        </p:txBody>
      </p:sp>
      <p:sp>
        <p:nvSpPr>
          <p:cNvPr id="2" name="">
            <a:extLst xmlns:a="http://schemas.openxmlformats.org/drawingml/2006/main">
              <a:ext uri="{FF2B5EF4-FFF2-40B4-BE49-F238E27FC236}">
                <a16:creationId xmlns:a16="http://schemas.microsoft.com/office/drawing/2014/main" id="{1ACB4D44-9F40-44C2-A77F-22735C17E6DE}"/>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24B3C23-3037-4FDC-927A-02B60BB4A04E}"/>
              </a:ext>
            </a:extLst>
          </p:cNvPr>
          <p:cNvSpPr>
            <a:spLocks xmlns:a="http://schemas.openxmlformats.org/drawingml/2006/main" noGrp="1"/>
          </p:cNvSpPr>
          <p:nvPr/>
        </p:nvSpPr>
        <p:spPr>
          <a:xfrm xmlns:a="http://schemas.openxmlformats.org/drawingml/2006/main">
            <a:off x="685800" y="17145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82631"/>
                </a:solidFill>
                <a:latin typeface="Arial"/>
                <a:ea typeface="Arial"/>
                <a:cs typeface="Arial"/>
              </a:defRPr>
            </a:defPPr>
            <a:lvl1pPr>
              <a:defRPr sz="2250" b="0">
                <a:solidFill>
                  <a:srgbClr val="182631"/>
                </a:solidFill>
                <a:latin typeface="Arial"/>
                <a:ea typeface="Arial"/>
                <a:cs typeface="Arial"/>
              </a:defRPr>
            </a:lvl1pPr>
            <a:lvl2pPr>
              <a:defRPr sz="2250" b="0">
                <a:solidFill>
                  <a:srgbClr val="182631"/>
                </a:solidFill>
                <a:latin typeface="Arial"/>
                <a:ea typeface="Arial"/>
                <a:cs typeface="Arial"/>
              </a:defRPr>
            </a:lvl2pPr>
            <a:lvl3pPr>
              <a:defRPr sz="2250" b="0">
                <a:solidFill>
                  <a:srgbClr val="182631"/>
                </a:solidFill>
                <a:latin typeface="Arial"/>
                <a:ea typeface="Arial"/>
                <a:cs typeface="Arial"/>
              </a:defRPr>
            </a:lvl3pPr>
            <a:lvl4pPr>
              <a:defRPr sz="2250" b="0">
                <a:solidFill>
                  <a:srgbClr val="182631"/>
                </a:solidFill>
                <a:latin typeface="Arial"/>
                <a:ea typeface="Arial"/>
                <a:cs typeface="Arial"/>
              </a:defRPr>
            </a:lvl4pPr>
            <a:lvl5pPr>
              <a:defRPr sz="2250" b="0">
                <a:solidFill>
                  <a:srgbClr val="182631"/>
                </a:solidFill>
                <a:latin typeface="Arial"/>
                <a:ea typeface="Arial"/>
                <a:cs typeface="Arial"/>
              </a:defRPr>
            </a:lvl5pPr>
            <a:lvl6pPr>
              <a:defRPr sz="2250" b="0">
                <a:solidFill>
                  <a:srgbClr val="182631"/>
                </a:solidFill>
                <a:latin typeface="Arial"/>
                <a:ea typeface="Arial"/>
                <a:cs typeface="Arial"/>
              </a:defRPr>
            </a:lvl6pPr>
            <a:lvl7pPr>
              <a:defRPr sz="2250" b="0">
                <a:solidFill>
                  <a:srgbClr val="182631"/>
                </a:solidFill>
                <a:latin typeface="Arial"/>
                <a:ea typeface="Arial"/>
                <a:cs typeface="Arial"/>
              </a:defRPr>
            </a:lvl7pPr>
            <a:lvl8pPr>
              <a:defRPr sz="2250" b="0">
                <a:solidFill>
                  <a:srgbClr val="182631"/>
                </a:solidFill>
                <a:latin typeface="Arial"/>
                <a:ea typeface="Arial"/>
                <a:cs typeface="Arial"/>
              </a:defRPr>
            </a:lvl8pPr>
            <a:lvl9pPr>
              <a:defRPr sz="2250" b="0">
                <a:solidFill>
                  <a:srgbClr val="182631"/>
                </a:solidFill>
                <a:latin typeface="Arial"/>
                <a:ea typeface="Arial"/>
                <a:cs typeface="Arial"/>
              </a:defRPr>
            </a:lvl9pPr>
          </a:lstStyle>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One Linux controller runs Ansible.</a:t>
            </a:r>
          </a:p>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Three separate containers represent the environments.</a:t>
            </a:r>
          </a:p>
        </p:txBody>
      </p:sp>
      <p:sp>
        <p:nvSpPr>
          <p:cNvPr id="4" name="">
            <a:extLst xmlns:a="http://schemas.openxmlformats.org/drawingml/2006/main">
              <a:ext uri="{FF2B5EF4-FFF2-40B4-BE49-F238E27FC236}">
                <a16:creationId xmlns:a16="http://schemas.microsoft.com/office/drawing/2014/main" id="{84121F99-22F1-4A12-B7C7-036A81E1DB52}"/>
              </a:ext>
            </a:extLst>
          </p:cNvPr>
          <p:cNvSpPr>
            <a:spLocks xmlns:a="http://schemas.openxmlformats.org/drawingml/2006/main" noGrp="1"/>
          </p:cNvSpPr>
          <p:nvPr/>
        </p:nvSpPr>
        <p:spPr>
          <a:xfrm xmlns:a="http://schemas.openxmlformats.org/drawingml/2006/main">
            <a:off x="685800" y="400050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570"/>
                </a:solidFill>
                <a:latin typeface="Arial"/>
                <a:ea typeface="Arial"/>
                <a:cs typeface="Arial"/>
              </a:defRPr>
            </a:defPPr>
            <a:lvl1pPr>
              <a:defRPr sz="2025" b="0">
                <a:solidFill>
                  <a:srgbClr val="526570"/>
                </a:solidFill>
                <a:latin typeface="Arial"/>
                <a:ea typeface="Arial"/>
                <a:cs typeface="Arial"/>
              </a:defRPr>
            </a:lvl1pPr>
            <a:lvl2pPr>
              <a:defRPr sz="2025" b="0">
                <a:solidFill>
                  <a:srgbClr val="526570"/>
                </a:solidFill>
                <a:latin typeface="Arial"/>
                <a:ea typeface="Arial"/>
                <a:cs typeface="Arial"/>
              </a:defRPr>
            </a:lvl2pPr>
            <a:lvl3pPr>
              <a:defRPr sz="2025" b="0">
                <a:solidFill>
                  <a:srgbClr val="526570"/>
                </a:solidFill>
                <a:latin typeface="Arial"/>
                <a:ea typeface="Arial"/>
                <a:cs typeface="Arial"/>
              </a:defRPr>
            </a:lvl3pPr>
            <a:lvl4pPr>
              <a:defRPr sz="2025" b="0">
                <a:solidFill>
                  <a:srgbClr val="526570"/>
                </a:solidFill>
                <a:latin typeface="Arial"/>
                <a:ea typeface="Arial"/>
                <a:cs typeface="Arial"/>
              </a:defRPr>
            </a:lvl4pPr>
            <a:lvl5pPr>
              <a:defRPr sz="2025" b="0">
                <a:solidFill>
                  <a:srgbClr val="526570"/>
                </a:solidFill>
                <a:latin typeface="Arial"/>
                <a:ea typeface="Arial"/>
                <a:cs typeface="Arial"/>
              </a:defRPr>
            </a:lvl5pPr>
            <a:lvl6pPr>
              <a:defRPr sz="2025" b="0">
                <a:solidFill>
                  <a:srgbClr val="526570"/>
                </a:solidFill>
                <a:latin typeface="Arial"/>
                <a:ea typeface="Arial"/>
                <a:cs typeface="Arial"/>
              </a:defRPr>
            </a:lvl6pPr>
            <a:lvl7pPr>
              <a:defRPr sz="2025" b="0">
                <a:solidFill>
                  <a:srgbClr val="526570"/>
                </a:solidFill>
                <a:latin typeface="Arial"/>
                <a:ea typeface="Arial"/>
                <a:cs typeface="Arial"/>
              </a:defRPr>
            </a:lvl7pPr>
            <a:lvl8pPr>
              <a:defRPr sz="2025" b="0">
                <a:solidFill>
                  <a:srgbClr val="526570"/>
                </a:solidFill>
                <a:latin typeface="Arial"/>
                <a:ea typeface="Arial"/>
                <a:cs typeface="Arial"/>
              </a:defRPr>
            </a:lvl8pPr>
            <a:lvl9pPr>
              <a:defRPr sz="2025" b="0">
                <a:solidFill>
                  <a:srgbClr val="526570"/>
                </a:solidFill>
                <a:latin typeface="Arial"/>
                <a:ea typeface="Arial"/>
                <a:cs typeface="Arial"/>
              </a:defRPr>
            </a:lvl9pPr>
          </a:lstStyle>
          <a:p xmlns:a="http://schemas.openxmlformats.org/drawingml/2006/main">
            <a:pPr>
              <a:defRPr sz="2025" b="0">
                <a:solidFill>
                  <a:srgbClr val="526570"/>
                </a:solidFill>
                <a:latin typeface="Arial"/>
                <a:ea typeface="Arial"/>
                <a:cs typeface="Arial"/>
              </a:defRPr>
            </a:pPr>
            <a:r>
              <a:rPr sz="2025" b="0">
                <a:solidFill>
                  <a:srgbClr val="526570"/>
                </a:solidFill>
                <a:latin typeface="Arial"/>
                <a:ea typeface="Arial"/>
                <a:cs typeface="Arial"/>
              </a:rPr>
              <a:t>SSH carries the configuration tasks.</a:t>
            </a:r>
          </a:p>
          <a:p xmlns:a="http://schemas.openxmlformats.org/drawingml/2006/main">
            <a:pPr>
              <a:defRPr sz="2025" b="0">
                <a:solidFill>
                  <a:srgbClr val="526570"/>
                </a:solidFill>
                <a:latin typeface="Arial"/>
                <a:ea typeface="Arial"/>
                <a:cs typeface="Arial"/>
              </a:defRPr>
            </a:pPr>
            <a:r>
              <a:rPr sz="2025" b="0">
                <a:solidFill>
                  <a:srgbClr val="526570"/>
                </a:solidFill>
                <a:latin typeface="Arial"/>
                <a:ea typeface="Arial"/>
                <a:cs typeface="Arial"/>
              </a:rPr>
              <a:t>Docker creates the lab machines.</a:t>
            </a:r>
          </a:p>
        </p:txBody>
      </p:sp>
      <p:pic>
        <p:nvPicPr>
          <p:cNvPr id="5" name="">
            <a:extLst xmlns:a="http://schemas.openxmlformats.org/drawingml/2006/main">
              <a:ext uri="{FF2B5EF4-FFF2-40B4-BE49-F238E27FC236}">
                <a16:creationId xmlns:a16="http://schemas.microsoft.com/office/drawing/2014/main" id="{D9007E41-E750-4CE0-9A59-7AEC4EBDCAE3}"/>
              </a:ext>
            </a:extLst>
          </p:cNvPr>
          <p:cNvPicPr>
            <a:picLocks xmlns:a="http://schemas.openxmlformats.org/drawingml/2006/main" noChangeAspect="1"/>
          </p:cNvPicPr>
          <p:nvPr/>
        </p:nvPicPr>
        <p:blipFill>
          <a:blip xmlns:r="http://schemas.openxmlformats.org/officeDocument/2006/relationships" xmlns:a="http://schemas.openxmlformats.org/drawingml/2006/main" r:embed="R197f38af2750422a"/>
          <a:stretch xmlns:a="http://schemas.openxmlformats.org/drawingml/2006/main"/>
        </p:blipFill>
        <p:spPr>
          <a:xfrm xmlns:a="http://schemas.openxmlformats.org/drawingml/2006/main">
            <a:off x="5238750" y="1781175"/>
            <a:ext cx="6267450" cy="3581400"/>
          </a:xfrm>
          <a:prstGeom xmlns:a="http://schemas.openxmlformats.org/drawingml/2006/main" prst="rect">
            <a:avLst/>
          </a:prstGeom>
        </p:spPr>
      </p:pic>
    </p:spTree>
    <p:extLst>
      <p:ext uri="{BB962C8B-B14F-4D97-AF65-F5344CB8AC3E}">
        <p14:creationId xmlns:p14="http://schemas.microsoft.com/office/powerpoint/2010/main" val="12328938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960D36-26AA-4918-8770-9CBABA74BC21}"/>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Environment settings</a:t>
            </a:r>
          </a:p>
        </p:txBody>
      </p:sp>
      <p:sp>
        <p:nvSpPr>
          <p:cNvPr id="2" name="">
            <a:extLst xmlns:a="http://schemas.openxmlformats.org/drawingml/2006/main">
              <a:ext uri="{FF2B5EF4-FFF2-40B4-BE49-F238E27FC236}">
                <a16:creationId xmlns:a16="http://schemas.microsoft.com/office/drawing/2014/main" id="{77AF1CCA-37ED-4752-9DCD-D4B78E7DB373}"/>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24D216D0-29CB-4100-B837-3DAC14130278}"/>
              </a:ext>
            </a:extLst>
          </p:cNvPr>
          <p:cNvGraphicFramePr/>
          <p:nvPr/>
        </p:nvGraphicFramePr>
        <p:xfrm>
          <a:off xmlns:a="http://schemas.openxmlformats.org/drawingml/2006/main" x="685800" y="1952625"/>
          <a:ext xmlns:a="http://schemas.openxmlformats.org/drawingml/2006/main" cx="10820400" cy="2762250"/>
        </p:xfrm>
        <a:graphic xmlns:a="http://schemas.openxmlformats.org/drawingml/2006/main">
          <a:graphicData uri="http://schemas.openxmlformats.org/drawingml/2006/table">
            <a:tbl>
              <a:tblPr/>
              <a:tblGrid>
                <a:gridCol w="3429000"/>
                <a:gridCol w="2381250"/>
                <a:gridCol w="2381250"/>
                <a:gridCol w="2628900"/>
              </a:tblGrid>
              <a:tr h="690563">
                <a:tc>
                  <a:txBody>
                    <a:bodyPr/>
                    <a:lstStyle/>
                    <a:p>
                      <a:r>
                        <a:rPr sz="1800" b="1">
                          <a:solidFill>
                            <a:srgbClr val="FFFFFF"/>
                          </a:solidFill>
                          <a:latin typeface="Arial"/>
                          <a:ea typeface="Arial"/>
                          <a:cs typeface="Arial"/>
                        </a:rPr>
                        <a:t>Environment</a:t>
                      </a:r>
                    </a:p>
                  </a:txBody>
                  <a:tcPr marL="91440" marR="91440" marT="45720" marB="45720">
                    <a:lnL w="9525">
                      <a:solidFill>
                        <a:srgbClr val="D5DCE1"/>
                      </a:solidFill>
                      <a:prstDash val="solid"/>
                    </a:lnL>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c>
                  <a:txBody>
                    <a:bodyPr/>
                    <a:lstStyle/>
                    <a:p>
                      <a:r>
                        <a:rPr sz="1800" b="1">
                          <a:solidFill>
                            <a:srgbClr val="FFFFFF"/>
                          </a:solidFill>
                          <a:latin typeface="Arial"/>
                          <a:ea typeface="Arial"/>
                          <a:cs typeface="Arial"/>
                        </a:rPr>
                        <a:t>Debug flag</a:t>
                      </a:r>
                    </a:p>
                  </a:txBody>
                  <a:tcPr marL="91440" marR="91440" marT="45720" marB="45720">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c>
                  <a:txBody>
                    <a:bodyPr/>
                    <a:lstStyle/>
                    <a:p>
                      <a:r>
                        <a:rPr sz="1800" b="1">
                          <a:solidFill>
                            <a:srgbClr val="FFFFFF"/>
                          </a:solidFill>
                          <a:latin typeface="Arial"/>
                          <a:ea typeface="Arial"/>
                          <a:cs typeface="Arial"/>
                        </a:rPr>
                        <a:t>Log level</a:t>
                      </a:r>
                    </a:p>
                  </a:txBody>
                  <a:tcPr marL="91440" marR="91440" marT="45720" marB="45720">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c>
                  <a:txBody>
                    <a:bodyPr/>
                    <a:lstStyle/>
                    <a:p>
                      <a:r>
                        <a:rPr sz="1800" b="1">
                          <a:solidFill>
                            <a:srgbClr val="FFFFFF"/>
                          </a:solidFill>
                          <a:latin typeface="Arial"/>
                          <a:ea typeface="Arial"/>
                          <a:cs typeface="Arial"/>
                        </a:rPr>
                        <a:t>Browser port</a:t>
                      </a:r>
                    </a:p>
                  </a:txBody>
                  <a:tcPr marL="91440" marR="91440" marT="45720" marB="45720">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r>
              <a:tr h="690563">
                <a:tc>
                  <a:txBody>
                    <a:bodyPr/>
                    <a:lstStyle/>
                    <a:p>
                      <a:r>
                        <a:rPr sz="1800" b="0">
                          <a:solidFill>
                            <a:srgbClr val="182631"/>
                          </a:solidFill>
                          <a:latin typeface="Arial"/>
                          <a:ea typeface="Arial"/>
                          <a:cs typeface="Arial"/>
                        </a:rPr>
                        <a:t>Development</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Enabled</a:t>
                      </a:r>
                    </a:p>
                  </a:txBody>
                  <a:tcPr marL="91440" marR="91440" marT="45720" marB="45720">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info</a:t>
                      </a:r>
                    </a:p>
                  </a:txBody>
                  <a:tcPr marL="91440" marR="91440" marT="45720" marB="45720">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8081</a:t>
                      </a:r>
                    </a:p>
                  </a:txBody>
                  <a:tcPr marL="91440" marR="91440" marT="45720" marB="45720">
                    <a:lnR w="9525">
                      <a:solidFill>
                        <a:srgbClr val="D5DCE1"/>
                      </a:solidFill>
                      <a:prstDash val="solid"/>
                    </a:lnR>
                    <a:lnB w="9525">
                      <a:solidFill>
                        <a:srgbClr val="D5DCE1"/>
                      </a:solidFill>
                      <a:prstDash val="solid"/>
                    </a:lnB>
                    <a:solidFill>
                      <a:srgbClr val="FFFFFF"/>
                    </a:solidFill>
                  </a:tcPr>
                </a:tc>
              </a:tr>
              <a:tr h="690563">
                <a:tc>
                  <a:txBody>
                    <a:bodyPr/>
                    <a:lstStyle/>
                    <a:p>
                      <a:r>
                        <a:rPr sz="1800" b="0">
                          <a:solidFill>
                            <a:srgbClr val="182631"/>
                          </a:solidFill>
                          <a:latin typeface="Arial"/>
                          <a:ea typeface="Arial"/>
                          <a:cs typeface="Arial"/>
                        </a:rPr>
                        <a:t>Staging</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Disabled</a:t>
                      </a:r>
                    </a:p>
                  </a:txBody>
                  <a:tcPr marL="91440" marR="91440" marT="45720" marB="45720">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notice</a:t>
                      </a:r>
                    </a:p>
                  </a:txBody>
                  <a:tcPr marL="91440" marR="91440" marT="45720" marB="45720">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8082</a:t>
                      </a:r>
                    </a:p>
                  </a:txBody>
                  <a:tcPr marL="91440" marR="91440" marT="45720" marB="45720">
                    <a:lnR w="9525">
                      <a:solidFill>
                        <a:srgbClr val="D5DCE1"/>
                      </a:solidFill>
                      <a:prstDash val="solid"/>
                    </a:lnR>
                    <a:lnB w="9525">
                      <a:solidFill>
                        <a:srgbClr val="D5DCE1"/>
                      </a:solidFill>
                      <a:prstDash val="solid"/>
                    </a:lnB>
                    <a:solidFill>
                      <a:srgbClr val="F2F5F7"/>
                    </a:solidFill>
                  </a:tcPr>
                </a:tc>
              </a:tr>
              <a:tr h="690563">
                <a:tc>
                  <a:txBody>
                    <a:bodyPr/>
                    <a:lstStyle/>
                    <a:p>
                      <a:r>
                        <a:rPr sz="1800" b="0">
                          <a:solidFill>
                            <a:srgbClr val="182631"/>
                          </a:solidFill>
                          <a:latin typeface="Arial"/>
                          <a:ea typeface="Arial"/>
                          <a:cs typeface="Arial"/>
                        </a:rPr>
                        <a:t>Production</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Disabled</a:t>
                      </a:r>
                    </a:p>
                  </a:txBody>
                  <a:tcPr marL="91440" marR="91440" marT="45720" marB="45720">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warn</a:t>
                      </a:r>
                    </a:p>
                  </a:txBody>
                  <a:tcPr marL="91440" marR="91440" marT="45720" marB="45720">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8083</a:t>
                      </a:r>
                    </a:p>
                  </a:txBody>
                  <a:tcPr marL="91440" marR="91440" marT="45720" marB="45720">
                    <a:lnR w="9525">
                      <a:solidFill>
                        <a:srgbClr val="D5DCE1"/>
                      </a:solidFill>
                      <a:prstDash val="solid"/>
                    </a:lnR>
                    <a:lnB w="9525">
                      <a:solidFill>
                        <a:srgbClr val="D5DC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F5917FE-030E-44D2-9570-499DCE2ADCEB}"/>
              </a:ext>
            </a:extLst>
          </p:cNvPr>
          <p:cNvSpPr>
            <a:spLocks xmlns:a="http://schemas.openxmlformats.org/drawingml/2006/main" noGrp="1"/>
          </p:cNvSpPr>
          <p:nvPr/>
        </p:nvSpPr>
        <p:spPr>
          <a:xfrm xmlns:a="http://schemas.openxmlformats.org/drawingml/2006/main">
            <a:off x="685800" y="5238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B71C32"/>
                </a:solidFill>
                <a:latin typeface="Arial"/>
                <a:ea typeface="Arial"/>
                <a:cs typeface="Arial"/>
              </a:defRPr>
            </a:defPPr>
            <a:lvl1pPr>
              <a:defRPr sz="2100" b="1">
                <a:solidFill>
                  <a:srgbClr val="B71C32"/>
                </a:solidFill>
                <a:latin typeface="Arial"/>
                <a:ea typeface="Arial"/>
                <a:cs typeface="Arial"/>
              </a:defRPr>
            </a:lvl1pPr>
            <a:lvl2pPr>
              <a:defRPr sz="2100" b="1">
                <a:solidFill>
                  <a:srgbClr val="B71C32"/>
                </a:solidFill>
                <a:latin typeface="Arial"/>
                <a:ea typeface="Arial"/>
                <a:cs typeface="Arial"/>
              </a:defRPr>
            </a:lvl2pPr>
            <a:lvl3pPr>
              <a:defRPr sz="2100" b="1">
                <a:solidFill>
                  <a:srgbClr val="B71C32"/>
                </a:solidFill>
                <a:latin typeface="Arial"/>
                <a:ea typeface="Arial"/>
                <a:cs typeface="Arial"/>
              </a:defRPr>
            </a:lvl3pPr>
            <a:lvl4pPr>
              <a:defRPr sz="2100" b="1">
                <a:solidFill>
                  <a:srgbClr val="B71C32"/>
                </a:solidFill>
                <a:latin typeface="Arial"/>
                <a:ea typeface="Arial"/>
                <a:cs typeface="Arial"/>
              </a:defRPr>
            </a:lvl4pPr>
            <a:lvl5pPr>
              <a:defRPr sz="2100" b="1">
                <a:solidFill>
                  <a:srgbClr val="B71C32"/>
                </a:solidFill>
                <a:latin typeface="Arial"/>
                <a:ea typeface="Arial"/>
                <a:cs typeface="Arial"/>
              </a:defRPr>
            </a:lvl5pPr>
            <a:lvl6pPr>
              <a:defRPr sz="2100" b="1">
                <a:solidFill>
                  <a:srgbClr val="B71C32"/>
                </a:solidFill>
                <a:latin typeface="Arial"/>
                <a:ea typeface="Arial"/>
                <a:cs typeface="Arial"/>
              </a:defRPr>
            </a:lvl6pPr>
            <a:lvl7pPr>
              <a:defRPr sz="2100" b="1">
                <a:solidFill>
                  <a:srgbClr val="B71C32"/>
                </a:solidFill>
                <a:latin typeface="Arial"/>
                <a:ea typeface="Arial"/>
                <a:cs typeface="Arial"/>
              </a:defRPr>
            </a:lvl7pPr>
            <a:lvl8pPr>
              <a:defRPr sz="2100" b="1">
                <a:solidFill>
                  <a:srgbClr val="B71C32"/>
                </a:solidFill>
                <a:latin typeface="Arial"/>
                <a:ea typeface="Arial"/>
                <a:cs typeface="Arial"/>
              </a:defRPr>
            </a:lvl8pPr>
            <a:lvl9pPr>
              <a:defRPr sz="2100" b="1">
                <a:solidFill>
                  <a:srgbClr val="B71C32"/>
                </a:solidFill>
                <a:latin typeface="Arial"/>
                <a:ea typeface="Arial"/>
                <a:cs typeface="Arial"/>
              </a:defRPr>
            </a:lvl9pPr>
          </a:lstStyle>
          <a:p xmlns:a="http://schemas.openxmlformats.org/drawingml/2006/main">
            <a:pPr>
              <a:defRPr sz="2100" b="1">
                <a:solidFill>
                  <a:srgbClr val="B71C32"/>
                </a:solidFill>
                <a:latin typeface="Arial"/>
                <a:ea typeface="Arial"/>
                <a:cs typeface="Arial"/>
              </a:defRPr>
            </a:pPr>
            <a:r>
              <a:rPr sz="2100" b="1">
                <a:solidFill>
                  <a:srgbClr val="B71C32"/>
                </a:solidFill>
                <a:latin typeface="Arial"/>
                <a:ea typeface="Arial"/>
                <a:cs typeface="Arial"/>
              </a:rPr>
              <a:t>Group variables supply the differences. The deployment tasks stay shared.</a:t>
            </a:r>
          </a:p>
        </p:txBody>
      </p:sp>
    </p:spTree>
    <p:extLst>
      <p:ext uri="{BB962C8B-B14F-4D97-AF65-F5344CB8AC3E}">
        <p14:creationId xmlns:p14="http://schemas.microsoft.com/office/powerpoint/2010/main" val="3468374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0E1C2C-1E46-4CB2-9E3E-A73CC80561B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Variables and shared templates</a:t>
            </a:r>
          </a:p>
        </p:txBody>
      </p:sp>
      <p:sp>
        <p:nvSpPr>
          <p:cNvPr id="2" name="">
            <a:extLst xmlns:a="http://schemas.openxmlformats.org/drawingml/2006/main">
              <a:ext uri="{FF2B5EF4-FFF2-40B4-BE49-F238E27FC236}">
                <a16:creationId xmlns:a16="http://schemas.microsoft.com/office/drawing/2014/main" id="{D6A7C978-9D6E-40AB-ACF3-84D94632E6D0}"/>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743CDB9-6CAD-4D05-8AB6-9CEDDB06B58C}"/>
              </a:ext>
            </a:extLst>
          </p:cNvPr>
          <p:cNvSpPr>
            <a:spLocks xmlns:a="http://schemas.openxmlformats.org/drawingml/2006/main" noGrp="1"/>
          </p:cNvSpPr>
          <p:nvPr/>
        </p:nvSpPr>
        <p:spPr>
          <a:xfrm xmlns:a="http://schemas.openxmlformats.org/drawingml/2006/main">
            <a:off x="6858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B71C32"/>
                </a:solidFill>
                <a:latin typeface="Arial"/>
                <a:ea typeface="Arial"/>
                <a:cs typeface="Arial"/>
              </a:defRPr>
            </a:defPPr>
            <a:lvl1pPr>
              <a:defRPr sz="2100" b="1">
                <a:solidFill>
                  <a:srgbClr val="B71C32"/>
                </a:solidFill>
                <a:latin typeface="Arial"/>
                <a:ea typeface="Arial"/>
                <a:cs typeface="Arial"/>
              </a:defRPr>
            </a:lvl1pPr>
            <a:lvl2pPr>
              <a:defRPr sz="2100" b="1">
                <a:solidFill>
                  <a:srgbClr val="B71C32"/>
                </a:solidFill>
                <a:latin typeface="Arial"/>
                <a:ea typeface="Arial"/>
                <a:cs typeface="Arial"/>
              </a:defRPr>
            </a:lvl2pPr>
            <a:lvl3pPr>
              <a:defRPr sz="2100" b="1">
                <a:solidFill>
                  <a:srgbClr val="B71C32"/>
                </a:solidFill>
                <a:latin typeface="Arial"/>
                <a:ea typeface="Arial"/>
                <a:cs typeface="Arial"/>
              </a:defRPr>
            </a:lvl3pPr>
            <a:lvl4pPr>
              <a:defRPr sz="2100" b="1">
                <a:solidFill>
                  <a:srgbClr val="B71C32"/>
                </a:solidFill>
                <a:latin typeface="Arial"/>
                <a:ea typeface="Arial"/>
                <a:cs typeface="Arial"/>
              </a:defRPr>
            </a:lvl4pPr>
            <a:lvl5pPr>
              <a:defRPr sz="2100" b="1">
                <a:solidFill>
                  <a:srgbClr val="B71C32"/>
                </a:solidFill>
                <a:latin typeface="Arial"/>
                <a:ea typeface="Arial"/>
                <a:cs typeface="Arial"/>
              </a:defRPr>
            </a:lvl5pPr>
            <a:lvl6pPr>
              <a:defRPr sz="2100" b="1">
                <a:solidFill>
                  <a:srgbClr val="B71C32"/>
                </a:solidFill>
                <a:latin typeface="Arial"/>
                <a:ea typeface="Arial"/>
                <a:cs typeface="Arial"/>
              </a:defRPr>
            </a:lvl6pPr>
            <a:lvl7pPr>
              <a:defRPr sz="2100" b="1">
                <a:solidFill>
                  <a:srgbClr val="B71C32"/>
                </a:solidFill>
                <a:latin typeface="Arial"/>
                <a:ea typeface="Arial"/>
                <a:cs typeface="Arial"/>
              </a:defRPr>
            </a:lvl7pPr>
            <a:lvl8pPr>
              <a:defRPr sz="2100" b="1">
                <a:solidFill>
                  <a:srgbClr val="B71C32"/>
                </a:solidFill>
                <a:latin typeface="Arial"/>
                <a:ea typeface="Arial"/>
                <a:cs typeface="Arial"/>
              </a:defRPr>
            </a:lvl8pPr>
            <a:lvl9pPr>
              <a:defRPr sz="2100" b="1">
                <a:solidFill>
                  <a:srgbClr val="B71C32"/>
                </a:solidFill>
                <a:latin typeface="Arial"/>
                <a:ea typeface="Arial"/>
                <a:cs typeface="Arial"/>
              </a:defRPr>
            </a:lvl9pPr>
          </a:lstStyle>
          <a:p xmlns:a="http://schemas.openxmlformats.org/drawingml/2006/main">
            <a:pPr>
              <a:defRPr sz="2100" b="1">
                <a:solidFill>
                  <a:srgbClr val="B71C32"/>
                </a:solidFill>
                <a:latin typeface="Arial"/>
                <a:ea typeface="Arial"/>
                <a:cs typeface="Arial"/>
              </a:defRPr>
            </a:pPr>
            <a:r>
              <a:rPr sz="2100" b="1">
                <a:solidFill>
                  <a:srgbClr val="B71C32"/>
                </a:solidFill>
                <a:latin typeface="Arial"/>
                <a:ea typeface="Arial"/>
                <a:cs typeface="Arial"/>
              </a:rPr>
              <a:t>Production group variables</a:t>
            </a:r>
          </a:p>
        </p:txBody>
      </p:sp>
      <p:sp>
        <p:nvSpPr>
          <p:cNvPr id="4" name="">
            <a:extLst xmlns:a="http://schemas.openxmlformats.org/drawingml/2006/main">
              <a:ext uri="{FF2B5EF4-FFF2-40B4-BE49-F238E27FC236}">
                <a16:creationId xmlns:a16="http://schemas.microsoft.com/office/drawing/2014/main" id="{5EC3214D-F58F-4283-9D9A-40968B3E245E}"/>
              </a:ext>
            </a:extLst>
          </p:cNvPr>
          <p:cNvSpPr>
            <a:spLocks xmlns:a="http://schemas.openxmlformats.org/drawingml/2006/main" noGrp="1"/>
          </p:cNvSpPr>
          <p:nvPr/>
        </p:nvSpPr>
        <p:spPr>
          <a:xfrm xmlns:a="http://schemas.openxmlformats.org/drawingml/2006/main">
            <a:off x="685800" y="242887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2631"/>
                </a:solidFill>
                <a:latin typeface="Courier New"/>
                <a:ea typeface="Courier New"/>
                <a:cs typeface="Courier New"/>
              </a:defRPr>
            </a:defPPr>
            <a:lvl1pPr>
              <a:defRPr sz="2100" b="0">
                <a:solidFill>
                  <a:srgbClr val="182631"/>
                </a:solidFill>
                <a:latin typeface="Courier New"/>
                <a:ea typeface="Courier New"/>
                <a:cs typeface="Courier New"/>
              </a:defRPr>
            </a:lvl1pPr>
            <a:lvl2pPr>
              <a:defRPr sz="2100" b="0">
                <a:solidFill>
                  <a:srgbClr val="182631"/>
                </a:solidFill>
                <a:latin typeface="Courier New"/>
                <a:ea typeface="Courier New"/>
                <a:cs typeface="Courier New"/>
              </a:defRPr>
            </a:lvl2pPr>
            <a:lvl3pPr>
              <a:defRPr sz="2100" b="0">
                <a:solidFill>
                  <a:srgbClr val="182631"/>
                </a:solidFill>
                <a:latin typeface="Courier New"/>
                <a:ea typeface="Courier New"/>
                <a:cs typeface="Courier New"/>
              </a:defRPr>
            </a:lvl3pPr>
            <a:lvl4pPr>
              <a:defRPr sz="2100" b="0">
                <a:solidFill>
                  <a:srgbClr val="182631"/>
                </a:solidFill>
                <a:latin typeface="Courier New"/>
                <a:ea typeface="Courier New"/>
                <a:cs typeface="Courier New"/>
              </a:defRPr>
            </a:lvl4pPr>
            <a:lvl5pPr>
              <a:defRPr sz="2100" b="0">
                <a:solidFill>
                  <a:srgbClr val="182631"/>
                </a:solidFill>
                <a:latin typeface="Courier New"/>
                <a:ea typeface="Courier New"/>
                <a:cs typeface="Courier New"/>
              </a:defRPr>
            </a:lvl5pPr>
            <a:lvl6pPr>
              <a:defRPr sz="2100" b="0">
                <a:solidFill>
                  <a:srgbClr val="182631"/>
                </a:solidFill>
                <a:latin typeface="Courier New"/>
                <a:ea typeface="Courier New"/>
                <a:cs typeface="Courier New"/>
              </a:defRPr>
            </a:lvl6pPr>
            <a:lvl7pPr>
              <a:defRPr sz="2100" b="0">
                <a:solidFill>
                  <a:srgbClr val="182631"/>
                </a:solidFill>
                <a:latin typeface="Courier New"/>
                <a:ea typeface="Courier New"/>
                <a:cs typeface="Courier New"/>
              </a:defRPr>
            </a:lvl7pPr>
            <a:lvl8pPr>
              <a:defRPr sz="2100" b="0">
                <a:solidFill>
                  <a:srgbClr val="182631"/>
                </a:solidFill>
                <a:latin typeface="Courier New"/>
                <a:ea typeface="Courier New"/>
                <a:cs typeface="Courier New"/>
              </a:defRPr>
            </a:lvl8pPr>
            <a:lvl9pPr>
              <a:defRPr sz="2100" b="0">
                <a:solidFill>
                  <a:srgbClr val="182631"/>
                </a:solidFill>
                <a:latin typeface="Courier New"/>
                <a:ea typeface="Courier New"/>
                <a:cs typeface="Courier New"/>
              </a:defRPr>
            </a:lvl9pPr>
          </a:lstStyle>
          <a:p xmlns:a="http://schemas.openxmlformats.org/drawingml/2006/main">
            <a:pPr>
              <a:defRPr sz="2100" b="0">
                <a:solidFill>
                  <a:srgbClr val="182631"/>
                </a:solidFill>
                <a:latin typeface="Courier New"/>
                <a:ea typeface="Courier New"/>
                <a:cs typeface="Courier New"/>
              </a:defRPr>
            </a:pPr>
            <a:r>
              <a:rPr sz="2100" b="0">
                <a:solidFill>
                  <a:srgbClr val="182631"/>
                </a:solidFill>
                <a:latin typeface="Courier New"/>
                <a:ea typeface="Courier New"/>
                <a:cs typeface="Courier New"/>
              </a:rPr>
              <a:t>app_environment: production</a:t>
            </a:r>
          </a:p>
          <a:p xmlns:a="http://schemas.openxmlformats.org/drawingml/2006/main">
            <a:pPr>
              <a:defRPr sz="2100" b="0">
                <a:solidFill>
                  <a:srgbClr val="182631"/>
                </a:solidFill>
                <a:latin typeface="Courier New"/>
                <a:ea typeface="Courier New"/>
                <a:cs typeface="Courier New"/>
              </a:defRPr>
            </a:pPr>
            <a:r>
              <a:rPr sz="2100" b="0">
                <a:solidFill>
                  <a:srgbClr val="182631"/>
                </a:solidFill>
                <a:latin typeface="Courier New"/>
                <a:ea typeface="Courier New"/>
                <a:cs typeface="Courier New"/>
              </a:rPr>
              <a:t>app_debug: false</a:t>
            </a:r>
          </a:p>
          <a:p xmlns:a="http://schemas.openxmlformats.org/drawingml/2006/main">
            <a:pPr>
              <a:defRPr sz="2100" b="0">
                <a:solidFill>
                  <a:srgbClr val="182631"/>
                </a:solidFill>
                <a:latin typeface="Courier New"/>
                <a:ea typeface="Courier New"/>
                <a:cs typeface="Courier New"/>
              </a:defRPr>
            </a:pPr>
            <a:r>
              <a:rPr sz="2100" b="0">
                <a:solidFill>
                  <a:srgbClr val="182631"/>
                </a:solidFill>
                <a:latin typeface="Courier New"/>
                <a:ea typeface="Courier New"/>
                <a:cs typeface="Courier New"/>
              </a:rPr>
              <a:t>app_log_level: warn</a:t>
            </a:r>
          </a:p>
        </p:txBody>
      </p:sp>
      <p:sp>
        <p:nvSpPr>
          <p:cNvPr id="5" name="">
            <a:extLst xmlns:a="http://schemas.openxmlformats.org/drawingml/2006/main">
              <a:ext uri="{FF2B5EF4-FFF2-40B4-BE49-F238E27FC236}">
                <a16:creationId xmlns:a16="http://schemas.microsoft.com/office/drawing/2014/main" id="{A7E9A30D-7867-47E2-B9C8-001C03AABCFB}"/>
              </a:ext>
            </a:extLst>
          </p:cNvPr>
          <p:cNvSpPr>
            <a:spLocks xmlns:a="http://schemas.openxmlformats.org/drawingml/2006/main" noGrp="1"/>
          </p:cNvSpPr>
          <p:nvPr/>
        </p:nvSpPr>
        <p:spPr>
          <a:xfrm xmlns:a="http://schemas.openxmlformats.org/drawingml/2006/main">
            <a:off x="6334125" y="17145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B71C32"/>
                </a:solidFill>
                <a:latin typeface="Arial"/>
                <a:ea typeface="Arial"/>
                <a:cs typeface="Arial"/>
              </a:defRPr>
            </a:defPPr>
            <a:lvl1pPr>
              <a:defRPr sz="2100" b="1">
                <a:solidFill>
                  <a:srgbClr val="B71C32"/>
                </a:solidFill>
                <a:latin typeface="Arial"/>
                <a:ea typeface="Arial"/>
                <a:cs typeface="Arial"/>
              </a:defRPr>
            </a:lvl1pPr>
            <a:lvl2pPr>
              <a:defRPr sz="2100" b="1">
                <a:solidFill>
                  <a:srgbClr val="B71C32"/>
                </a:solidFill>
                <a:latin typeface="Arial"/>
                <a:ea typeface="Arial"/>
                <a:cs typeface="Arial"/>
              </a:defRPr>
            </a:lvl2pPr>
            <a:lvl3pPr>
              <a:defRPr sz="2100" b="1">
                <a:solidFill>
                  <a:srgbClr val="B71C32"/>
                </a:solidFill>
                <a:latin typeface="Arial"/>
                <a:ea typeface="Arial"/>
                <a:cs typeface="Arial"/>
              </a:defRPr>
            </a:lvl3pPr>
            <a:lvl4pPr>
              <a:defRPr sz="2100" b="1">
                <a:solidFill>
                  <a:srgbClr val="B71C32"/>
                </a:solidFill>
                <a:latin typeface="Arial"/>
                <a:ea typeface="Arial"/>
                <a:cs typeface="Arial"/>
              </a:defRPr>
            </a:lvl4pPr>
            <a:lvl5pPr>
              <a:defRPr sz="2100" b="1">
                <a:solidFill>
                  <a:srgbClr val="B71C32"/>
                </a:solidFill>
                <a:latin typeface="Arial"/>
                <a:ea typeface="Arial"/>
                <a:cs typeface="Arial"/>
              </a:defRPr>
            </a:lvl5pPr>
            <a:lvl6pPr>
              <a:defRPr sz="2100" b="1">
                <a:solidFill>
                  <a:srgbClr val="B71C32"/>
                </a:solidFill>
                <a:latin typeface="Arial"/>
                <a:ea typeface="Arial"/>
                <a:cs typeface="Arial"/>
              </a:defRPr>
            </a:lvl6pPr>
            <a:lvl7pPr>
              <a:defRPr sz="2100" b="1">
                <a:solidFill>
                  <a:srgbClr val="B71C32"/>
                </a:solidFill>
                <a:latin typeface="Arial"/>
                <a:ea typeface="Arial"/>
                <a:cs typeface="Arial"/>
              </a:defRPr>
            </a:lvl7pPr>
            <a:lvl8pPr>
              <a:defRPr sz="2100" b="1">
                <a:solidFill>
                  <a:srgbClr val="B71C32"/>
                </a:solidFill>
                <a:latin typeface="Arial"/>
                <a:ea typeface="Arial"/>
                <a:cs typeface="Arial"/>
              </a:defRPr>
            </a:lvl8pPr>
            <a:lvl9pPr>
              <a:defRPr sz="2100" b="1">
                <a:solidFill>
                  <a:srgbClr val="B71C32"/>
                </a:solidFill>
                <a:latin typeface="Arial"/>
                <a:ea typeface="Arial"/>
                <a:cs typeface="Arial"/>
              </a:defRPr>
            </a:lvl9pPr>
          </a:lstStyle>
          <a:p xmlns:a="http://schemas.openxmlformats.org/drawingml/2006/main">
            <a:pPr>
              <a:defRPr sz="2100" b="1">
                <a:solidFill>
                  <a:srgbClr val="B71C32"/>
                </a:solidFill>
                <a:latin typeface="Arial"/>
                <a:ea typeface="Arial"/>
                <a:cs typeface="Arial"/>
              </a:defRPr>
            </a:pPr>
            <a:r>
              <a:rPr sz="2100" b="1">
                <a:solidFill>
                  <a:srgbClr val="B71C32"/>
                </a:solidFill>
                <a:latin typeface="Arial"/>
                <a:ea typeface="Arial"/>
                <a:cs typeface="Arial"/>
              </a:rPr>
              <a:t>Shared Nginx template</a:t>
            </a:r>
          </a:p>
        </p:txBody>
      </p:sp>
      <p:sp>
        <p:nvSpPr>
          <p:cNvPr id="6" name="">
            <a:extLst xmlns:a="http://schemas.openxmlformats.org/drawingml/2006/main">
              <a:ext uri="{FF2B5EF4-FFF2-40B4-BE49-F238E27FC236}">
                <a16:creationId xmlns:a16="http://schemas.microsoft.com/office/drawing/2014/main" id="{F39F9046-3582-4563-8A60-A92BBC418526}"/>
              </a:ext>
            </a:extLst>
          </p:cNvPr>
          <p:cNvSpPr>
            <a:spLocks xmlns:a="http://schemas.openxmlformats.org/drawingml/2006/main" noGrp="1"/>
          </p:cNvSpPr>
          <p:nvPr/>
        </p:nvSpPr>
        <p:spPr>
          <a:xfrm xmlns:a="http://schemas.openxmlformats.org/drawingml/2006/main">
            <a:off x="6334125" y="242887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631"/>
                </a:solidFill>
                <a:latin typeface="Courier New"/>
                <a:ea typeface="Courier New"/>
                <a:cs typeface="Courier New"/>
              </a:defRPr>
            </a:defPPr>
            <a:lvl1pPr>
              <a:defRPr sz="2025" b="0">
                <a:solidFill>
                  <a:srgbClr val="182631"/>
                </a:solidFill>
                <a:latin typeface="Courier New"/>
                <a:ea typeface="Courier New"/>
                <a:cs typeface="Courier New"/>
              </a:defRPr>
            </a:lvl1pPr>
            <a:lvl2pPr>
              <a:defRPr sz="2025" b="0">
                <a:solidFill>
                  <a:srgbClr val="182631"/>
                </a:solidFill>
                <a:latin typeface="Courier New"/>
                <a:ea typeface="Courier New"/>
                <a:cs typeface="Courier New"/>
              </a:defRPr>
            </a:lvl2pPr>
            <a:lvl3pPr>
              <a:defRPr sz="2025" b="0">
                <a:solidFill>
                  <a:srgbClr val="182631"/>
                </a:solidFill>
                <a:latin typeface="Courier New"/>
                <a:ea typeface="Courier New"/>
                <a:cs typeface="Courier New"/>
              </a:defRPr>
            </a:lvl3pPr>
            <a:lvl4pPr>
              <a:defRPr sz="2025" b="0">
                <a:solidFill>
                  <a:srgbClr val="182631"/>
                </a:solidFill>
                <a:latin typeface="Courier New"/>
                <a:ea typeface="Courier New"/>
                <a:cs typeface="Courier New"/>
              </a:defRPr>
            </a:lvl4pPr>
            <a:lvl5pPr>
              <a:defRPr sz="2025" b="0">
                <a:solidFill>
                  <a:srgbClr val="182631"/>
                </a:solidFill>
                <a:latin typeface="Courier New"/>
                <a:ea typeface="Courier New"/>
                <a:cs typeface="Courier New"/>
              </a:defRPr>
            </a:lvl5pPr>
            <a:lvl6pPr>
              <a:defRPr sz="2025" b="0">
                <a:solidFill>
                  <a:srgbClr val="182631"/>
                </a:solidFill>
                <a:latin typeface="Courier New"/>
                <a:ea typeface="Courier New"/>
                <a:cs typeface="Courier New"/>
              </a:defRPr>
            </a:lvl6pPr>
            <a:lvl7pPr>
              <a:defRPr sz="2025" b="0">
                <a:solidFill>
                  <a:srgbClr val="182631"/>
                </a:solidFill>
                <a:latin typeface="Courier New"/>
                <a:ea typeface="Courier New"/>
                <a:cs typeface="Courier New"/>
              </a:defRPr>
            </a:lvl7pPr>
            <a:lvl8pPr>
              <a:defRPr sz="2025" b="0">
                <a:solidFill>
                  <a:srgbClr val="182631"/>
                </a:solidFill>
                <a:latin typeface="Courier New"/>
                <a:ea typeface="Courier New"/>
                <a:cs typeface="Courier New"/>
              </a:defRPr>
            </a:lvl8pPr>
            <a:lvl9pPr>
              <a:defRPr sz="2025" b="0">
                <a:solidFill>
                  <a:srgbClr val="182631"/>
                </a:solidFill>
                <a:latin typeface="Courier New"/>
                <a:ea typeface="Courier New"/>
                <a:cs typeface="Courier New"/>
              </a:defRPr>
            </a:lvl9pPr>
          </a:lstStyle>
          <a:p xmlns:a="http://schemas.openxmlformats.org/drawingml/2006/main">
            <a:pPr>
              <a:defRPr sz="2025" b="0">
                <a:solidFill>
                  <a:srgbClr val="182631"/>
                </a:solidFill>
                <a:latin typeface="Courier New"/>
                <a:ea typeface="Courier New"/>
                <a:cs typeface="Courier New"/>
              </a:defRPr>
            </a:pPr>
            <a:r>
              <a:rPr sz="2025" b="0">
                <a:solidFill>
                  <a:srgbClr val="182631"/>
                </a:solidFill>
                <a:latin typeface="Courier New"/>
                <a:ea typeface="Courier New"/>
                <a:cs typeface="Courier New"/>
              </a:rPr>
              <a:t>error_log</a:t>
            </a:r>
          </a:p>
          <a:p xmlns:a="http://schemas.openxmlformats.org/drawingml/2006/main">
            <a:pPr>
              <a:defRPr sz="2025" b="0">
                <a:solidFill>
                  <a:srgbClr val="182631"/>
                </a:solidFill>
                <a:latin typeface="Courier New"/>
                <a:ea typeface="Courier New"/>
                <a:cs typeface="Courier New"/>
              </a:defRPr>
            </a:pPr>
            <a:r>
              <a:rPr sz="2025" b="0">
                <a:solidFill>
                  <a:srgbClr val="182631"/>
                </a:solidFill>
                <a:latin typeface="Courier New"/>
                <a:ea typeface="Courier New"/>
                <a:cs typeface="Courier New"/>
              </a:rPr>
              <a:t>  /var/log/nginx/error.log</a:t>
            </a:r>
          </a:p>
          <a:p xmlns:a="http://schemas.openxmlformats.org/drawingml/2006/main">
            <a:pPr>
              <a:defRPr sz="2025" b="0">
                <a:solidFill>
                  <a:srgbClr val="182631"/>
                </a:solidFill>
                <a:latin typeface="Courier New"/>
                <a:ea typeface="Courier New"/>
                <a:cs typeface="Courier New"/>
              </a:defRPr>
            </a:pPr>
            <a:r>
              <a:rPr sz="2025" b="0">
                <a:solidFill>
                  <a:srgbClr val="182631"/>
                </a:solidFill>
                <a:latin typeface="Courier New"/>
                <a:ea typeface="Courier New"/>
                <a:cs typeface="Courier New"/>
              </a:rPr>
              <a:t>  {{ app_log_level }};</a:t>
            </a:r>
          </a:p>
        </p:txBody>
      </p:sp>
      <p:sp>
        <p:nvSpPr>
          <p:cNvPr id="7" name="">
            <a:extLst xmlns:a="http://schemas.openxmlformats.org/drawingml/2006/main">
              <a:ext uri="{FF2B5EF4-FFF2-40B4-BE49-F238E27FC236}">
                <a16:creationId xmlns:a16="http://schemas.microsoft.com/office/drawing/2014/main" id="{FFC84E79-BD14-4A63-805B-99B8ABAF7766}"/>
              </a:ext>
            </a:extLst>
          </p:cNvPr>
          <p:cNvSpPr>
            <a:spLocks xmlns:a="http://schemas.openxmlformats.org/drawingml/2006/main" noGrp="1"/>
          </p:cNvSpPr>
          <p:nvPr/>
        </p:nvSpPr>
        <p:spPr>
          <a:xfrm xmlns:a="http://schemas.openxmlformats.org/drawingml/2006/main">
            <a:off x="685800" y="51911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631"/>
                </a:solidFill>
                <a:latin typeface="Arial"/>
                <a:ea typeface="Arial"/>
                <a:cs typeface="Arial"/>
              </a:defRPr>
            </a:defPPr>
            <a:lvl1pPr>
              <a:defRPr sz="2325" b="0">
                <a:solidFill>
                  <a:srgbClr val="182631"/>
                </a:solidFill>
                <a:latin typeface="Arial"/>
                <a:ea typeface="Arial"/>
                <a:cs typeface="Arial"/>
              </a:defRPr>
            </a:lvl1pPr>
            <a:lvl2pPr>
              <a:defRPr sz="2325" b="0">
                <a:solidFill>
                  <a:srgbClr val="182631"/>
                </a:solidFill>
                <a:latin typeface="Arial"/>
                <a:ea typeface="Arial"/>
                <a:cs typeface="Arial"/>
              </a:defRPr>
            </a:lvl2pPr>
            <a:lvl3pPr>
              <a:defRPr sz="2325" b="0">
                <a:solidFill>
                  <a:srgbClr val="182631"/>
                </a:solidFill>
                <a:latin typeface="Arial"/>
                <a:ea typeface="Arial"/>
                <a:cs typeface="Arial"/>
              </a:defRPr>
            </a:lvl3pPr>
            <a:lvl4pPr>
              <a:defRPr sz="2325" b="0">
                <a:solidFill>
                  <a:srgbClr val="182631"/>
                </a:solidFill>
                <a:latin typeface="Arial"/>
                <a:ea typeface="Arial"/>
                <a:cs typeface="Arial"/>
              </a:defRPr>
            </a:lvl4pPr>
            <a:lvl5pPr>
              <a:defRPr sz="2325" b="0">
                <a:solidFill>
                  <a:srgbClr val="182631"/>
                </a:solidFill>
                <a:latin typeface="Arial"/>
                <a:ea typeface="Arial"/>
                <a:cs typeface="Arial"/>
              </a:defRPr>
            </a:lvl5pPr>
            <a:lvl6pPr>
              <a:defRPr sz="2325" b="0">
                <a:solidFill>
                  <a:srgbClr val="182631"/>
                </a:solidFill>
                <a:latin typeface="Arial"/>
                <a:ea typeface="Arial"/>
                <a:cs typeface="Arial"/>
              </a:defRPr>
            </a:lvl6pPr>
            <a:lvl7pPr>
              <a:defRPr sz="2325" b="0">
                <a:solidFill>
                  <a:srgbClr val="182631"/>
                </a:solidFill>
                <a:latin typeface="Arial"/>
                <a:ea typeface="Arial"/>
                <a:cs typeface="Arial"/>
              </a:defRPr>
            </a:lvl7pPr>
            <a:lvl8pPr>
              <a:defRPr sz="2325" b="0">
                <a:solidFill>
                  <a:srgbClr val="182631"/>
                </a:solidFill>
                <a:latin typeface="Arial"/>
                <a:ea typeface="Arial"/>
                <a:cs typeface="Arial"/>
              </a:defRPr>
            </a:lvl8pPr>
            <a:lvl9pPr>
              <a:defRPr sz="2325" b="0">
                <a:solidFill>
                  <a:srgbClr val="182631"/>
                </a:solidFill>
                <a:latin typeface="Arial"/>
                <a:ea typeface="Arial"/>
                <a:cs typeface="Arial"/>
              </a:defRPr>
            </a:lvl9pPr>
          </a:lstStyle>
          <a:p xmlns:a="http://schemas.openxmlformats.org/drawingml/2006/main">
            <a:pPr>
              <a:defRPr sz="2325" b="0">
                <a:solidFill>
                  <a:srgbClr val="182631"/>
                </a:solidFill>
                <a:latin typeface="Arial"/>
                <a:ea typeface="Arial"/>
                <a:cs typeface="Arial"/>
              </a:defRPr>
            </a:pPr>
            <a:r>
              <a:rPr sz="2325" b="0">
                <a:solidFill>
                  <a:srgbClr val="182631"/>
                </a:solidFill>
                <a:latin typeface="Arial"/>
                <a:ea typeface="Arial"/>
                <a:cs typeface="Arial"/>
              </a:rPr>
              <a:t>Ansible renders a different configuration file for each host.</a:t>
            </a:r>
          </a:p>
        </p:txBody>
      </p:sp>
    </p:spTree>
    <p:extLst>
      <p:ext uri="{BB962C8B-B14F-4D97-AF65-F5344CB8AC3E}">
        <p14:creationId xmlns:p14="http://schemas.microsoft.com/office/powerpoint/2010/main" val="12162189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92F2AE-C475-4FA4-A95D-71AF1B70E1F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Deployment tasks and handlers</a:t>
            </a:r>
          </a:p>
        </p:txBody>
      </p:sp>
      <p:sp>
        <p:nvSpPr>
          <p:cNvPr id="2" name="">
            <a:extLst xmlns:a="http://schemas.openxmlformats.org/drawingml/2006/main">
              <a:ext uri="{FF2B5EF4-FFF2-40B4-BE49-F238E27FC236}">
                <a16:creationId xmlns:a16="http://schemas.microsoft.com/office/drawing/2014/main" id="{84CBC0E2-D34E-4E98-8612-59153EAF6D7F}"/>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0D5862E-82DE-4306-991D-95D5FD9C8CD7}"/>
              </a:ext>
            </a:extLst>
          </p:cNvPr>
          <p:cNvSpPr>
            <a:spLocks xmlns:a="http://schemas.openxmlformats.org/drawingml/2006/main" noGrp="1"/>
          </p:cNvSpPr>
          <p:nvPr/>
        </p:nvSpPr>
        <p:spPr>
          <a:xfrm xmlns:a="http://schemas.openxmlformats.org/drawingml/2006/main">
            <a:off x="685800" y="18097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82631"/>
                </a:solidFill>
                <a:latin typeface="Arial"/>
                <a:ea typeface="Arial"/>
                <a:cs typeface="Arial"/>
              </a:defRPr>
            </a:defPPr>
            <a:lvl1pPr>
              <a:defRPr sz="2250" b="0">
                <a:solidFill>
                  <a:srgbClr val="182631"/>
                </a:solidFill>
                <a:latin typeface="Arial"/>
                <a:ea typeface="Arial"/>
                <a:cs typeface="Arial"/>
              </a:defRPr>
            </a:lvl1pPr>
            <a:lvl2pPr>
              <a:defRPr sz="2250" b="0">
                <a:solidFill>
                  <a:srgbClr val="182631"/>
                </a:solidFill>
                <a:latin typeface="Arial"/>
                <a:ea typeface="Arial"/>
                <a:cs typeface="Arial"/>
              </a:defRPr>
            </a:lvl2pPr>
            <a:lvl3pPr>
              <a:defRPr sz="2250" b="0">
                <a:solidFill>
                  <a:srgbClr val="182631"/>
                </a:solidFill>
                <a:latin typeface="Arial"/>
                <a:ea typeface="Arial"/>
                <a:cs typeface="Arial"/>
              </a:defRPr>
            </a:lvl3pPr>
            <a:lvl4pPr>
              <a:defRPr sz="2250" b="0">
                <a:solidFill>
                  <a:srgbClr val="182631"/>
                </a:solidFill>
                <a:latin typeface="Arial"/>
                <a:ea typeface="Arial"/>
                <a:cs typeface="Arial"/>
              </a:defRPr>
            </a:lvl4pPr>
            <a:lvl5pPr>
              <a:defRPr sz="2250" b="0">
                <a:solidFill>
                  <a:srgbClr val="182631"/>
                </a:solidFill>
                <a:latin typeface="Arial"/>
                <a:ea typeface="Arial"/>
                <a:cs typeface="Arial"/>
              </a:defRPr>
            </a:lvl5pPr>
            <a:lvl6pPr>
              <a:defRPr sz="2250" b="0">
                <a:solidFill>
                  <a:srgbClr val="182631"/>
                </a:solidFill>
                <a:latin typeface="Arial"/>
                <a:ea typeface="Arial"/>
                <a:cs typeface="Arial"/>
              </a:defRPr>
            </a:lvl6pPr>
            <a:lvl7pPr>
              <a:defRPr sz="2250" b="0">
                <a:solidFill>
                  <a:srgbClr val="182631"/>
                </a:solidFill>
                <a:latin typeface="Arial"/>
                <a:ea typeface="Arial"/>
                <a:cs typeface="Arial"/>
              </a:defRPr>
            </a:lvl7pPr>
            <a:lvl8pPr>
              <a:defRPr sz="2250" b="0">
                <a:solidFill>
                  <a:srgbClr val="182631"/>
                </a:solidFill>
                <a:latin typeface="Arial"/>
                <a:ea typeface="Arial"/>
                <a:cs typeface="Arial"/>
              </a:defRPr>
            </a:lvl8pPr>
            <a:lvl9pPr>
              <a:defRPr sz="2250" b="0">
                <a:solidFill>
                  <a:srgbClr val="182631"/>
                </a:solidFill>
                <a:latin typeface="Arial"/>
                <a:ea typeface="Arial"/>
                <a:cs typeface="Arial"/>
              </a:defRPr>
            </a:lvl9pPr>
          </a:lstStyle>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Validate the settings</a:t>
            </a:r>
          </a:p>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Create the application directory</a:t>
            </a:r>
          </a:p>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Deploy the generated files</a:t>
            </a:r>
          </a:p>
          <a:p xmlns:a="http://schemas.openxmlformats.org/drawingml/2006/main">
            <a:pPr>
              <a:defRPr sz="2250" b="0">
                <a:solidFill>
                  <a:srgbClr val="182631"/>
                </a:solidFill>
                <a:latin typeface="Arial"/>
                <a:ea typeface="Arial"/>
                <a:cs typeface="Arial"/>
              </a:defRPr>
            </a:pPr>
            <a:r>
              <a:rPr sz="2250" b="0">
                <a:solidFill>
                  <a:srgbClr val="182631"/>
                </a:solidFill>
                <a:latin typeface="Arial"/>
                <a:ea typeface="Arial"/>
                <a:cs typeface="Arial"/>
              </a:rPr>
              <a:t>Verify the running environment</a:t>
            </a:r>
          </a:p>
        </p:txBody>
      </p:sp>
      <p:sp>
        <p:nvSpPr>
          <p:cNvPr id="4" name="">
            <a:extLst xmlns:a="http://schemas.openxmlformats.org/drawingml/2006/main">
              <a:ext uri="{FF2B5EF4-FFF2-40B4-BE49-F238E27FC236}">
                <a16:creationId xmlns:a16="http://schemas.microsoft.com/office/drawing/2014/main" id="{457FC9C8-B246-49D1-A501-9B3A651DF6E3}"/>
              </a:ext>
            </a:extLst>
          </p:cNvPr>
          <p:cNvSpPr>
            <a:spLocks xmlns:a="http://schemas.openxmlformats.org/drawingml/2006/main" noGrp="1"/>
          </p:cNvSpPr>
          <p:nvPr/>
        </p:nvSpPr>
        <p:spPr>
          <a:xfrm xmlns:a="http://schemas.openxmlformats.org/drawingml/2006/main">
            <a:off x="6477000" y="19050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B71C32"/>
                </a:solidFill>
                <a:latin typeface="Arial"/>
                <a:ea typeface="Arial"/>
                <a:cs typeface="Arial"/>
              </a:defRPr>
            </a:defPPr>
            <a:lvl1pPr>
              <a:defRPr sz="2325" b="1">
                <a:solidFill>
                  <a:srgbClr val="B71C32"/>
                </a:solidFill>
                <a:latin typeface="Arial"/>
                <a:ea typeface="Arial"/>
                <a:cs typeface="Arial"/>
              </a:defRPr>
            </a:lvl1pPr>
            <a:lvl2pPr>
              <a:defRPr sz="2325" b="1">
                <a:solidFill>
                  <a:srgbClr val="B71C32"/>
                </a:solidFill>
                <a:latin typeface="Arial"/>
                <a:ea typeface="Arial"/>
                <a:cs typeface="Arial"/>
              </a:defRPr>
            </a:lvl2pPr>
            <a:lvl3pPr>
              <a:defRPr sz="2325" b="1">
                <a:solidFill>
                  <a:srgbClr val="B71C32"/>
                </a:solidFill>
                <a:latin typeface="Arial"/>
                <a:ea typeface="Arial"/>
                <a:cs typeface="Arial"/>
              </a:defRPr>
            </a:lvl3pPr>
            <a:lvl4pPr>
              <a:defRPr sz="2325" b="1">
                <a:solidFill>
                  <a:srgbClr val="B71C32"/>
                </a:solidFill>
                <a:latin typeface="Arial"/>
                <a:ea typeface="Arial"/>
                <a:cs typeface="Arial"/>
              </a:defRPr>
            </a:lvl4pPr>
            <a:lvl5pPr>
              <a:defRPr sz="2325" b="1">
                <a:solidFill>
                  <a:srgbClr val="B71C32"/>
                </a:solidFill>
                <a:latin typeface="Arial"/>
                <a:ea typeface="Arial"/>
                <a:cs typeface="Arial"/>
              </a:defRPr>
            </a:lvl5pPr>
            <a:lvl6pPr>
              <a:defRPr sz="2325" b="1">
                <a:solidFill>
                  <a:srgbClr val="B71C32"/>
                </a:solidFill>
                <a:latin typeface="Arial"/>
                <a:ea typeface="Arial"/>
                <a:cs typeface="Arial"/>
              </a:defRPr>
            </a:lvl6pPr>
            <a:lvl7pPr>
              <a:defRPr sz="2325" b="1">
                <a:solidFill>
                  <a:srgbClr val="B71C32"/>
                </a:solidFill>
                <a:latin typeface="Arial"/>
                <a:ea typeface="Arial"/>
                <a:cs typeface="Arial"/>
              </a:defRPr>
            </a:lvl7pPr>
            <a:lvl8pPr>
              <a:defRPr sz="2325" b="1">
                <a:solidFill>
                  <a:srgbClr val="B71C32"/>
                </a:solidFill>
                <a:latin typeface="Arial"/>
                <a:ea typeface="Arial"/>
                <a:cs typeface="Arial"/>
              </a:defRPr>
            </a:lvl8pPr>
            <a:lvl9pPr>
              <a:defRPr sz="2325" b="1">
                <a:solidFill>
                  <a:srgbClr val="B71C32"/>
                </a:solidFill>
                <a:latin typeface="Arial"/>
                <a:ea typeface="Arial"/>
                <a:cs typeface="Arial"/>
              </a:defRPr>
            </a:lvl9pPr>
          </a:lstStyle>
          <a:p xmlns:a="http://schemas.openxmlformats.org/drawingml/2006/main">
            <a:pPr>
              <a:defRPr sz="2325" b="1">
                <a:solidFill>
                  <a:srgbClr val="B71C32"/>
                </a:solidFill>
                <a:latin typeface="Arial"/>
                <a:ea typeface="Arial"/>
                <a:cs typeface="Arial"/>
              </a:defRPr>
            </a:pPr>
            <a:r>
              <a:rPr sz="2325" b="1">
                <a:solidFill>
                  <a:srgbClr val="B71C32"/>
                </a:solidFill>
                <a:latin typeface="Arial"/>
                <a:ea typeface="Arial"/>
                <a:cs typeface="Arial"/>
              </a:rPr>
              <a:t>Nginx configuration changes</a:t>
            </a:r>
          </a:p>
        </p:txBody>
      </p:sp>
      <p:sp>
        <p:nvSpPr>
          <p:cNvPr id="5" name="">
            <a:extLst xmlns:a="http://schemas.openxmlformats.org/drawingml/2006/main">
              <a:ext uri="{FF2B5EF4-FFF2-40B4-BE49-F238E27FC236}">
                <a16:creationId xmlns:a16="http://schemas.microsoft.com/office/drawing/2014/main" id="{5A178DA3-6A38-483B-A54D-7D82507741CB}"/>
              </a:ext>
            </a:extLst>
          </p:cNvPr>
          <p:cNvSpPr>
            <a:spLocks xmlns:a="http://schemas.openxmlformats.org/drawingml/2006/main" noGrp="1"/>
          </p:cNvSpPr>
          <p:nvPr/>
        </p:nvSpPr>
        <p:spPr>
          <a:xfrm xmlns:a="http://schemas.openxmlformats.org/drawingml/2006/main">
            <a:off x="6477000" y="31432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2631"/>
                </a:solidFill>
                <a:latin typeface="Arial"/>
                <a:ea typeface="Arial"/>
                <a:cs typeface="Arial"/>
              </a:defRPr>
            </a:defPPr>
            <a:lvl1pPr>
              <a:defRPr sz="2100" b="0">
                <a:solidFill>
                  <a:srgbClr val="182631"/>
                </a:solidFill>
                <a:latin typeface="Arial"/>
                <a:ea typeface="Arial"/>
                <a:cs typeface="Arial"/>
              </a:defRPr>
            </a:lvl1pPr>
            <a:lvl2pPr>
              <a:defRPr sz="2100" b="0">
                <a:solidFill>
                  <a:srgbClr val="182631"/>
                </a:solidFill>
                <a:latin typeface="Arial"/>
                <a:ea typeface="Arial"/>
                <a:cs typeface="Arial"/>
              </a:defRPr>
            </a:lvl2pPr>
            <a:lvl3pPr>
              <a:defRPr sz="2100" b="0">
                <a:solidFill>
                  <a:srgbClr val="182631"/>
                </a:solidFill>
                <a:latin typeface="Arial"/>
                <a:ea typeface="Arial"/>
                <a:cs typeface="Arial"/>
              </a:defRPr>
            </a:lvl3pPr>
            <a:lvl4pPr>
              <a:defRPr sz="2100" b="0">
                <a:solidFill>
                  <a:srgbClr val="182631"/>
                </a:solidFill>
                <a:latin typeface="Arial"/>
                <a:ea typeface="Arial"/>
                <a:cs typeface="Arial"/>
              </a:defRPr>
            </a:lvl4pPr>
            <a:lvl5pPr>
              <a:defRPr sz="2100" b="0">
                <a:solidFill>
                  <a:srgbClr val="182631"/>
                </a:solidFill>
                <a:latin typeface="Arial"/>
                <a:ea typeface="Arial"/>
                <a:cs typeface="Arial"/>
              </a:defRPr>
            </a:lvl5pPr>
            <a:lvl6pPr>
              <a:defRPr sz="2100" b="0">
                <a:solidFill>
                  <a:srgbClr val="182631"/>
                </a:solidFill>
                <a:latin typeface="Arial"/>
                <a:ea typeface="Arial"/>
                <a:cs typeface="Arial"/>
              </a:defRPr>
            </a:lvl6pPr>
            <a:lvl7pPr>
              <a:defRPr sz="2100" b="0">
                <a:solidFill>
                  <a:srgbClr val="182631"/>
                </a:solidFill>
                <a:latin typeface="Arial"/>
                <a:ea typeface="Arial"/>
                <a:cs typeface="Arial"/>
              </a:defRPr>
            </a:lvl7pPr>
            <a:lvl8pPr>
              <a:defRPr sz="2100" b="0">
                <a:solidFill>
                  <a:srgbClr val="182631"/>
                </a:solidFill>
                <a:latin typeface="Arial"/>
                <a:ea typeface="Arial"/>
                <a:cs typeface="Arial"/>
              </a:defRPr>
            </a:lvl8pPr>
            <a:lvl9pPr>
              <a:defRPr sz="2100" b="0">
                <a:solidFill>
                  <a:srgbClr val="182631"/>
                </a:solidFill>
                <a:latin typeface="Arial"/>
                <a:ea typeface="Arial"/>
                <a:cs typeface="Arial"/>
              </a:defRPr>
            </a:lvl9pPr>
          </a:lstStyle>
          <a:p xmlns:a="http://schemas.openxmlformats.org/drawingml/2006/main">
            <a:pPr>
              <a:defRPr sz="2100" b="0">
                <a:solidFill>
                  <a:srgbClr val="182631"/>
                </a:solidFill>
                <a:latin typeface="Arial"/>
                <a:ea typeface="Arial"/>
                <a:cs typeface="Arial"/>
              </a:defRPr>
            </a:pPr>
            <a:r>
              <a:rPr sz="2100" b="0">
                <a:solidFill>
                  <a:srgbClr val="182631"/>
                </a:solidFill>
                <a:latin typeface="Arial"/>
                <a:ea typeface="Arial"/>
                <a:cs typeface="Arial"/>
              </a:rPr>
              <a:t>The template notifies a handler.</a:t>
            </a:r>
          </a:p>
          <a:p xmlns:a="http://schemas.openxmlformats.org/drawingml/2006/main">
            <a:pPr>
              <a:defRPr sz="2100" b="0">
                <a:solidFill>
                  <a:srgbClr val="182631"/>
                </a:solidFill>
                <a:latin typeface="Arial"/>
                <a:ea typeface="Arial"/>
                <a:cs typeface="Arial"/>
              </a:defRPr>
            </a:pPr>
            <a:r>
              <a:rPr sz="2100" b="0">
                <a:solidFill>
                  <a:srgbClr val="182631"/>
                </a:solidFill>
                <a:latin typeface="Arial"/>
                <a:ea typeface="Arial"/>
                <a:cs typeface="Arial"/>
              </a:rPr>
              <a:t>The handler reloads Nginx.</a:t>
            </a:r>
          </a:p>
          <a:p xmlns:a="http://schemas.openxmlformats.org/drawingml/2006/main">
            <a:pPr>
              <a:defRPr sz="2100" b="0">
                <a:solidFill>
                  <a:srgbClr val="182631"/>
                </a:solidFill>
                <a:latin typeface="Arial"/>
                <a:ea typeface="Arial"/>
                <a:cs typeface="Arial"/>
              </a:defRPr>
            </a:pPr>
            <a:r>
              <a:rPr sz="2100" b="0">
                <a:solidFill>
                  <a:srgbClr val="182631"/>
                </a:solidFill>
                <a:latin typeface="Arial"/>
                <a:ea typeface="Arial"/>
                <a:cs typeface="Arial"/>
              </a:rPr>
              <a:t>An unchanged file triggers no reload.</a:t>
            </a:r>
          </a:p>
        </p:txBody>
      </p:sp>
      <p:sp>
        <p:nvSpPr>
          <p:cNvPr id="6" name="">
            <a:extLst xmlns:a="http://schemas.openxmlformats.org/drawingml/2006/main">
              <a:ext uri="{FF2B5EF4-FFF2-40B4-BE49-F238E27FC236}">
                <a16:creationId xmlns:a16="http://schemas.microsoft.com/office/drawing/2014/main" id="{03E3AC84-17DF-40E2-A13A-D66AEA4EED2E}"/>
              </a:ext>
            </a:extLst>
          </p:cNvPr>
          <p:cNvSpPr>
            <a:spLocks xmlns:a="http://schemas.openxmlformats.org/drawingml/2006/main" noGrp="1"/>
          </p:cNvSpPr>
          <p:nvPr/>
        </p:nvSpPr>
        <p:spPr>
          <a:xfrm xmlns:a="http://schemas.openxmlformats.org/drawingml/2006/main">
            <a:off x="685800" y="542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570"/>
                </a:solidFill>
                <a:latin typeface="Arial"/>
                <a:ea typeface="Arial"/>
                <a:cs typeface="Arial"/>
              </a:defRPr>
            </a:defPPr>
            <a:lvl1pPr>
              <a:defRPr sz="2025" b="0">
                <a:solidFill>
                  <a:srgbClr val="526570"/>
                </a:solidFill>
                <a:latin typeface="Arial"/>
                <a:ea typeface="Arial"/>
                <a:cs typeface="Arial"/>
              </a:defRPr>
            </a:lvl1pPr>
            <a:lvl2pPr>
              <a:defRPr sz="2025" b="0">
                <a:solidFill>
                  <a:srgbClr val="526570"/>
                </a:solidFill>
                <a:latin typeface="Arial"/>
                <a:ea typeface="Arial"/>
                <a:cs typeface="Arial"/>
              </a:defRPr>
            </a:lvl2pPr>
            <a:lvl3pPr>
              <a:defRPr sz="2025" b="0">
                <a:solidFill>
                  <a:srgbClr val="526570"/>
                </a:solidFill>
                <a:latin typeface="Arial"/>
                <a:ea typeface="Arial"/>
                <a:cs typeface="Arial"/>
              </a:defRPr>
            </a:lvl3pPr>
            <a:lvl4pPr>
              <a:defRPr sz="2025" b="0">
                <a:solidFill>
                  <a:srgbClr val="526570"/>
                </a:solidFill>
                <a:latin typeface="Arial"/>
                <a:ea typeface="Arial"/>
                <a:cs typeface="Arial"/>
              </a:defRPr>
            </a:lvl4pPr>
            <a:lvl5pPr>
              <a:defRPr sz="2025" b="0">
                <a:solidFill>
                  <a:srgbClr val="526570"/>
                </a:solidFill>
                <a:latin typeface="Arial"/>
                <a:ea typeface="Arial"/>
                <a:cs typeface="Arial"/>
              </a:defRPr>
            </a:lvl5pPr>
            <a:lvl6pPr>
              <a:defRPr sz="2025" b="0">
                <a:solidFill>
                  <a:srgbClr val="526570"/>
                </a:solidFill>
                <a:latin typeface="Arial"/>
                <a:ea typeface="Arial"/>
                <a:cs typeface="Arial"/>
              </a:defRPr>
            </a:lvl6pPr>
            <a:lvl7pPr>
              <a:defRPr sz="2025" b="0">
                <a:solidFill>
                  <a:srgbClr val="526570"/>
                </a:solidFill>
                <a:latin typeface="Arial"/>
                <a:ea typeface="Arial"/>
                <a:cs typeface="Arial"/>
              </a:defRPr>
            </a:lvl7pPr>
            <a:lvl8pPr>
              <a:defRPr sz="2025" b="0">
                <a:solidFill>
                  <a:srgbClr val="526570"/>
                </a:solidFill>
                <a:latin typeface="Arial"/>
                <a:ea typeface="Arial"/>
                <a:cs typeface="Arial"/>
              </a:defRPr>
            </a:lvl8pPr>
            <a:lvl9pPr>
              <a:defRPr sz="2025" b="0">
                <a:solidFill>
                  <a:srgbClr val="526570"/>
                </a:solidFill>
                <a:latin typeface="Arial"/>
                <a:ea typeface="Arial"/>
                <a:cs typeface="Arial"/>
              </a:defRPr>
            </a:lvl9pPr>
          </a:lstStyle>
          <a:p xmlns:a="http://schemas.openxmlformats.org/drawingml/2006/main">
            <a:pPr>
              <a:defRPr sz="2025" b="0">
                <a:solidFill>
                  <a:srgbClr val="526570"/>
                </a:solidFill>
                <a:latin typeface="Arial"/>
                <a:ea typeface="Arial"/>
                <a:cs typeface="Arial"/>
              </a:defRPr>
            </a:pPr>
            <a:r>
              <a:rPr sz="2025" b="0">
                <a:solidFill>
                  <a:srgbClr val="526570"/>
                </a:solidFill>
                <a:latin typeface="Arial"/>
                <a:ea typeface="Arial"/>
                <a:cs typeface="Arial"/>
              </a:rPr>
              <a:t>The configuration must pass nginx -t before Ansible installs it.</a:t>
            </a:r>
          </a:p>
        </p:txBody>
      </p:sp>
    </p:spTree>
    <p:extLst>
      <p:ext uri="{BB962C8B-B14F-4D97-AF65-F5344CB8AC3E}">
        <p14:creationId xmlns:p14="http://schemas.microsoft.com/office/powerpoint/2010/main" val="1692722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C7B768-120B-4A77-9C47-576436C84EA1}"/>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An unchanged rerun</a:t>
            </a:r>
          </a:p>
        </p:txBody>
      </p:sp>
      <p:sp>
        <p:nvSpPr>
          <p:cNvPr id="2" name="">
            <a:extLst xmlns:a="http://schemas.openxmlformats.org/drawingml/2006/main">
              <a:ext uri="{FF2B5EF4-FFF2-40B4-BE49-F238E27FC236}">
                <a16:creationId xmlns:a16="http://schemas.microsoft.com/office/drawing/2014/main" id="{DD6200D3-685B-4FC0-A855-3C7A2CE76B44}"/>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4B8C946D-83A4-49D2-B1FF-C2F002519811}"/>
              </a:ext>
            </a:extLst>
          </p:cNvPr>
          <p:cNvSpPr>
            <a:spLocks xmlns:a="http://schemas.openxmlformats.org/drawingml/2006/main" noGrp="1"/>
          </p:cNvSpPr>
          <p:nvPr/>
        </p:nvSpPr>
        <p:spPr>
          <a:xfrm xmlns:a="http://schemas.openxmlformats.org/drawingml/2006/main">
            <a:off x="685800" y="17145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82631"/>
                </a:solidFill>
                <a:latin typeface="Arial"/>
                <a:ea typeface="Arial"/>
                <a:cs typeface="Arial"/>
              </a:defRPr>
            </a:defPPr>
            <a:lvl1pPr>
              <a:defRPr sz="2400" b="0">
                <a:solidFill>
                  <a:srgbClr val="182631"/>
                </a:solidFill>
                <a:latin typeface="Arial"/>
                <a:ea typeface="Arial"/>
                <a:cs typeface="Arial"/>
              </a:defRPr>
            </a:lvl1pPr>
            <a:lvl2pPr>
              <a:defRPr sz="2400" b="0">
                <a:solidFill>
                  <a:srgbClr val="182631"/>
                </a:solidFill>
                <a:latin typeface="Arial"/>
                <a:ea typeface="Arial"/>
                <a:cs typeface="Arial"/>
              </a:defRPr>
            </a:lvl2pPr>
            <a:lvl3pPr>
              <a:defRPr sz="2400" b="0">
                <a:solidFill>
                  <a:srgbClr val="182631"/>
                </a:solidFill>
                <a:latin typeface="Arial"/>
                <a:ea typeface="Arial"/>
                <a:cs typeface="Arial"/>
              </a:defRPr>
            </a:lvl3pPr>
            <a:lvl4pPr>
              <a:defRPr sz="2400" b="0">
                <a:solidFill>
                  <a:srgbClr val="182631"/>
                </a:solidFill>
                <a:latin typeface="Arial"/>
                <a:ea typeface="Arial"/>
                <a:cs typeface="Arial"/>
              </a:defRPr>
            </a:lvl4pPr>
            <a:lvl5pPr>
              <a:defRPr sz="2400" b="0">
                <a:solidFill>
                  <a:srgbClr val="182631"/>
                </a:solidFill>
                <a:latin typeface="Arial"/>
                <a:ea typeface="Arial"/>
                <a:cs typeface="Arial"/>
              </a:defRPr>
            </a:lvl5pPr>
            <a:lvl6pPr>
              <a:defRPr sz="2400" b="0">
                <a:solidFill>
                  <a:srgbClr val="182631"/>
                </a:solidFill>
                <a:latin typeface="Arial"/>
                <a:ea typeface="Arial"/>
                <a:cs typeface="Arial"/>
              </a:defRPr>
            </a:lvl6pPr>
            <a:lvl7pPr>
              <a:defRPr sz="2400" b="0">
                <a:solidFill>
                  <a:srgbClr val="182631"/>
                </a:solidFill>
                <a:latin typeface="Arial"/>
                <a:ea typeface="Arial"/>
                <a:cs typeface="Arial"/>
              </a:defRPr>
            </a:lvl7pPr>
            <a:lvl8pPr>
              <a:defRPr sz="2400" b="0">
                <a:solidFill>
                  <a:srgbClr val="182631"/>
                </a:solidFill>
                <a:latin typeface="Arial"/>
                <a:ea typeface="Arial"/>
                <a:cs typeface="Arial"/>
              </a:defRPr>
            </a:lvl8pPr>
            <a:lvl9pPr>
              <a:defRPr sz="2400" b="0">
                <a:solidFill>
                  <a:srgbClr val="182631"/>
                </a:solidFill>
                <a:latin typeface="Arial"/>
                <a:ea typeface="Arial"/>
                <a:cs typeface="Arial"/>
              </a:defRPr>
            </a:lvl9pPr>
          </a:lstStyle>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Idempotence means asking for the same state again needs no additional changes.</a:t>
            </a:r>
          </a:p>
        </p:txBody>
      </p:sp>
      <p:sp>
        <p:nvSpPr>
          <p:cNvPr id="4" name="">
            <a:extLst xmlns:a="http://schemas.openxmlformats.org/drawingml/2006/main">
              <a:ext uri="{FF2B5EF4-FFF2-40B4-BE49-F238E27FC236}">
                <a16:creationId xmlns:a16="http://schemas.microsoft.com/office/drawing/2014/main" id="{7742FDD4-D750-441C-B873-335CA7F859BE}"/>
              </a:ext>
            </a:extLst>
          </p:cNvPr>
          <p:cNvSpPr>
            <a:spLocks xmlns:a="http://schemas.openxmlformats.org/drawingml/2006/main" noGrp="1"/>
          </p:cNvSpPr>
          <p:nvPr/>
        </p:nvSpPr>
        <p:spPr>
          <a:xfrm xmlns:a="http://schemas.openxmlformats.org/drawingml/2006/main">
            <a:off x="685800" y="323850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631"/>
                </a:solidFill>
                <a:latin typeface="Courier New"/>
                <a:ea typeface="Courier New"/>
                <a:cs typeface="Courier New"/>
              </a:defRPr>
            </a:defPPr>
            <a:lvl1pPr>
              <a:defRPr sz="2325" b="0">
                <a:solidFill>
                  <a:srgbClr val="182631"/>
                </a:solidFill>
                <a:latin typeface="Courier New"/>
                <a:ea typeface="Courier New"/>
                <a:cs typeface="Courier New"/>
              </a:defRPr>
            </a:lvl1pPr>
            <a:lvl2pPr>
              <a:defRPr sz="2325" b="0">
                <a:solidFill>
                  <a:srgbClr val="182631"/>
                </a:solidFill>
                <a:latin typeface="Courier New"/>
                <a:ea typeface="Courier New"/>
                <a:cs typeface="Courier New"/>
              </a:defRPr>
            </a:lvl2pPr>
            <a:lvl3pPr>
              <a:defRPr sz="2325" b="0">
                <a:solidFill>
                  <a:srgbClr val="182631"/>
                </a:solidFill>
                <a:latin typeface="Courier New"/>
                <a:ea typeface="Courier New"/>
                <a:cs typeface="Courier New"/>
              </a:defRPr>
            </a:lvl3pPr>
            <a:lvl4pPr>
              <a:defRPr sz="2325" b="0">
                <a:solidFill>
                  <a:srgbClr val="182631"/>
                </a:solidFill>
                <a:latin typeface="Courier New"/>
                <a:ea typeface="Courier New"/>
                <a:cs typeface="Courier New"/>
              </a:defRPr>
            </a:lvl4pPr>
            <a:lvl5pPr>
              <a:defRPr sz="2325" b="0">
                <a:solidFill>
                  <a:srgbClr val="182631"/>
                </a:solidFill>
                <a:latin typeface="Courier New"/>
                <a:ea typeface="Courier New"/>
                <a:cs typeface="Courier New"/>
              </a:defRPr>
            </a:lvl5pPr>
            <a:lvl6pPr>
              <a:defRPr sz="2325" b="0">
                <a:solidFill>
                  <a:srgbClr val="182631"/>
                </a:solidFill>
                <a:latin typeface="Courier New"/>
                <a:ea typeface="Courier New"/>
                <a:cs typeface="Courier New"/>
              </a:defRPr>
            </a:lvl6pPr>
            <a:lvl7pPr>
              <a:defRPr sz="2325" b="0">
                <a:solidFill>
                  <a:srgbClr val="182631"/>
                </a:solidFill>
                <a:latin typeface="Courier New"/>
                <a:ea typeface="Courier New"/>
                <a:cs typeface="Courier New"/>
              </a:defRPr>
            </a:lvl7pPr>
            <a:lvl8pPr>
              <a:defRPr sz="2325" b="0">
                <a:solidFill>
                  <a:srgbClr val="182631"/>
                </a:solidFill>
                <a:latin typeface="Courier New"/>
                <a:ea typeface="Courier New"/>
                <a:cs typeface="Courier New"/>
              </a:defRPr>
            </a:lvl8pPr>
            <a:lvl9pPr>
              <a:defRPr sz="2325" b="0">
                <a:solidFill>
                  <a:srgbClr val="182631"/>
                </a:solidFill>
                <a:latin typeface="Courier New"/>
                <a:ea typeface="Courier New"/>
                <a:cs typeface="Courier New"/>
              </a:defRPr>
            </a:lvl9pPr>
          </a:lstStyle>
          <a:p xmlns:a="http://schemas.openxmlformats.org/drawingml/2006/main">
            <a:pPr>
              <a:defRPr sz="2325" b="0">
                <a:solidFill>
                  <a:srgbClr val="182631"/>
                </a:solidFill>
                <a:latin typeface="Courier New"/>
                <a:ea typeface="Courier New"/>
                <a:cs typeface="Courier New"/>
              </a:defRPr>
            </a:pPr>
            <a:r>
              <a:rPr sz="2325" b="0">
                <a:solidFill>
                  <a:srgbClr val="182631"/>
                </a:solidFill>
                <a:latin typeface="Courier New"/>
                <a:ea typeface="Courier New"/>
                <a:cs typeface="Courier New"/>
              </a:rPr>
              <a:t>dev-server       changed=0  failed=0</a:t>
            </a:r>
          </a:p>
          <a:p xmlns:a="http://schemas.openxmlformats.org/drawingml/2006/main">
            <a:pPr>
              <a:defRPr sz="2325" b="0">
                <a:solidFill>
                  <a:srgbClr val="182631"/>
                </a:solidFill>
                <a:latin typeface="Courier New"/>
                <a:ea typeface="Courier New"/>
                <a:cs typeface="Courier New"/>
              </a:defRPr>
            </a:pPr>
            <a:r>
              <a:rPr sz="2325" b="0">
                <a:solidFill>
                  <a:srgbClr val="182631"/>
                </a:solidFill>
                <a:latin typeface="Courier New"/>
                <a:ea typeface="Courier New"/>
                <a:cs typeface="Courier New"/>
              </a:rPr>
              <a:t>staging-server   changed=0  failed=0</a:t>
            </a:r>
          </a:p>
          <a:p xmlns:a="http://schemas.openxmlformats.org/drawingml/2006/main">
            <a:pPr>
              <a:defRPr sz="2325" b="0">
                <a:solidFill>
                  <a:srgbClr val="182631"/>
                </a:solidFill>
                <a:latin typeface="Courier New"/>
                <a:ea typeface="Courier New"/>
                <a:cs typeface="Courier New"/>
              </a:defRPr>
            </a:pPr>
            <a:r>
              <a:rPr sz="2325" b="0">
                <a:solidFill>
                  <a:srgbClr val="182631"/>
                </a:solidFill>
                <a:latin typeface="Courier New"/>
                <a:ea typeface="Courier New"/>
                <a:cs typeface="Courier New"/>
              </a:rPr>
              <a:t>prod-server      changed=0  failed=0</a:t>
            </a:r>
          </a:p>
        </p:txBody>
      </p:sp>
      <p:sp>
        <p:nvSpPr>
          <p:cNvPr id="5" name="">
            <a:extLst xmlns:a="http://schemas.openxmlformats.org/drawingml/2006/main">
              <a:ext uri="{FF2B5EF4-FFF2-40B4-BE49-F238E27FC236}">
                <a16:creationId xmlns:a16="http://schemas.microsoft.com/office/drawing/2014/main" id="{B2B2EB42-1C0B-46DA-A337-232A65CE96B5}"/>
              </a:ext>
            </a:extLst>
          </p:cNvPr>
          <p:cNvSpPr>
            <a:spLocks xmlns:a="http://schemas.openxmlformats.org/drawingml/2006/main" noGrp="1"/>
          </p:cNvSpPr>
          <p:nvPr/>
        </p:nvSpPr>
        <p:spPr>
          <a:xfrm xmlns:a="http://schemas.openxmlformats.org/drawingml/2006/main">
            <a:off x="685800" y="5429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26570"/>
                </a:solidFill>
                <a:latin typeface="Arial"/>
                <a:ea typeface="Arial"/>
                <a:cs typeface="Arial"/>
              </a:defRPr>
            </a:defPPr>
            <a:lvl1pPr>
              <a:defRPr sz="1800" b="0">
                <a:solidFill>
                  <a:srgbClr val="526570"/>
                </a:solidFill>
                <a:latin typeface="Arial"/>
                <a:ea typeface="Arial"/>
                <a:cs typeface="Arial"/>
              </a:defRPr>
            </a:lvl1pPr>
            <a:lvl2pPr>
              <a:defRPr sz="1800" b="0">
                <a:solidFill>
                  <a:srgbClr val="526570"/>
                </a:solidFill>
                <a:latin typeface="Arial"/>
                <a:ea typeface="Arial"/>
                <a:cs typeface="Arial"/>
              </a:defRPr>
            </a:lvl2pPr>
            <a:lvl3pPr>
              <a:defRPr sz="1800" b="0">
                <a:solidFill>
                  <a:srgbClr val="526570"/>
                </a:solidFill>
                <a:latin typeface="Arial"/>
                <a:ea typeface="Arial"/>
                <a:cs typeface="Arial"/>
              </a:defRPr>
            </a:lvl3pPr>
            <a:lvl4pPr>
              <a:defRPr sz="1800" b="0">
                <a:solidFill>
                  <a:srgbClr val="526570"/>
                </a:solidFill>
                <a:latin typeface="Arial"/>
                <a:ea typeface="Arial"/>
                <a:cs typeface="Arial"/>
              </a:defRPr>
            </a:lvl4pPr>
            <a:lvl5pPr>
              <a:defRPr sz="1800" b="0">
                <a:solidFill>
                  <a:srgbClr val="526570"/>
                </a:solidFill>
                <a:latin typeface="Arial"/>
                <a:ea typeface="Arial"/>
                <a:cs typeface="Arial"/>
              </a:defRPr>
            </a:lvl5pPr>
            <a:lvl6pPr>
              <a:defRPr sz="1800" b="0">
                <a:solidFill>
                  <a:srgbClr val="526570"/>
                </a:solidFill>
                <a:latin typeface="Arial"/>
                <a:ea typeface="Arial"/>
                <a:cs typeface="Arial"/>
              </a:defRPr>
            </a:lvl6pPr>
            <a:lvl7pPr>
              <a:defRPr sz="1800" b="0">
                <a:solidFill>
                  <a:srgbClr val="526570"/>
                </a:solidFill>
                <a:latin typeface="Arial"/>
                <a:ea typeface="Arial"/>
                <a:cs typeface="Arial"/>
              </a:defRPr>
            </a:lvl7pPr>
            <a:lvl8pPr>
              <a:defRPr sz="1800" b="0">
                <a:solidFill>
                  <a:srgbClr val="526570"/>
                </a:solidFill>
                <a:latin typeface="Arial"/>
                <a:ea typeface="Arial"/>
                <a:cs typeface="Arial"/>
              </a:defRPr>
            </a:lvl8pPr>
            <a:lvl9pPr>
              <a:defRPr sz="1800" b="0">
                <a:solidFill>
                  <a:srgbClr val="526570"/>
                </a:solidFill>
                <a:latin typeface="Arial"/>
                <a:ea typeface="Arial"/>
                <a:cs typeface="Arial"/>
              </a:defRPr>
            </a:lvl9pPr>
          </a:lstStyle>
          <a:p xmlns:a="http://schemas.openxmlformats.org/drawingml/2006/main">
            <a:pPr>
              <a:defRPr sz="1800" b="0">
                <a:solidFill>
                  <a:srgbClr val="526570"/>
                </a:solidFill>
                <a:latin typeface="Arial"/>
                <a:ea typeface="Arial"/>
                <a:cs typeface="Arial"/>
              </a:defRPr>
            </a:pPr>
            <a:r>
              <a:rPr sz="1800" b="0">
                <a:solidFill>
                  <a:srgbClr val="526570"/>
                </a:solidFill>
                <a:latin typeface="Arial"/>
                <a:ea typeface="Arial"/>
                <a:cs typeface="Arial"/>
              </a:rPr>
              <a:t>Recorded result from the tested lab</a:t>
            </a:r>
          </a:p>
        </p:txBody>
      </p:sp>
    </p:spTree>
    <p:extLst>
      <p:ext uri="{BB962C8B-B14F-4D97-AF65-F5344CB8AC3E}">
        <p14:creationId xmlns:p14="http://schemas.microsoft.com/office/powerpoint/2010/main" val="21456817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1EBF8A-5A6F-4031-8C4B-C40CBA07FE67}"/>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Production only update</a:t>
            </a:r>
          </a:p>
        </p:txBody>
      </p:sp>
      <p:sp>
        <p:nvSpPr>
          <p:cNvPr id="2" name="">
            <a:extLst xmlns:a="http://schemas.openxmlformats.org/drawingml/2006/main">
              <a:ext uri="{FF2B5EF4-FFF2-40B4-BE49-F238E27FC236}">
                <a16:creationId xmlns:a16="http://schemas.microsoft.com/office/drawing/2014/main" id="{9814A3F7-5709-42AB-87F8-89E629AB9BD8}"/>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3A9502D-F495-4665-83A3-28690952F03A}"/>
              </a:ext>
            </a:extLst>
          </p:cNvPr>
          <p:cNvSpPr>
            <a:spLocks xmlns:a="http://schemas.openxmlformats.org/drawingml/2006/main" noGrp="1"/>
          </p:cNvSpPr>
          <p:nvPr/>
        </p:nvSpPr>
        <p:spPr>
          <a:xfrm xmlns:a="http://schemas.openxmlformats.org/drawingml/2006/main">
            <a:off x="685800" y="190500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631"/>
                </a:solidFill>
                <a:latin typeface="Arial"/>
                <a:ea typeface="Arial"/>
                <a:cs typeface="Arial"/>
              </a:defRPr>
            </a:defPPr>
            <a:lvl1pPr>
              <a:defRPr sz="2325" b="0">
                <a:solidFill>
                  <a:srgbClr val="182631"/>
                </a:solidFill>
                <a:latin typeface="Arial"/>
                <a:ea typeface="Arial"/>
                <a:cs typeface="Arial"/>
              </a:defRPr>
            </a:lvl1pPr>
            <a:lvl2pPr>
              <a:defRPr sz="2325" b="0">
                <a:solidFill>
                  <a:srgbClr val="182631"/>
                </a:solidFill>
                <a:latin typeface="Arial"/>
                <a:ea typeface="Arial"/>
                <a:cs typeface="Arial"/>
              </a:defRPr>
            </a:lvl2pPr>
            <a:lvl3pPr>
              <a:defRPr sz="2325" b="0">
                <a:solidFill>
                  <a:srgbClr val="182631"/>
                </a:solidFill>
                <a:latin typeface="Arial"/>
                <a:ea typeface="Arial"/>
                <a:cs typeface="Arial"/>
              </a:defRPr>
            </a:lvl3pPr>
            <a:lvl4pPr>
              <a:defRPr sz="2325" b="0">
                <a:solidFill>
                  <a:srgbClr val="182631"/>
                </a:solidFill>
                <a:latin typeface="Arial"/>
                <a:ea typeface="Arial"/>
                <a:cs typeface="Arial"/>
              </a:defRPr>
            </a:lvl4pPr>
            <a:lvl5pPr>
              <a:defRPr sz="2325" b="0">
                <a:solidFill>
                  <a:srgbClr val="182631"/>
                </a:solidFill>
                <a:latin typeface="Arial"/>
                <a:ea typeface="Arial"/>
                <a:cs typeface="Arial"/>
              </a:defRPr>
            </a:lvl5pPr>
            <a:lvl6pPr>
              <a:defRPr sz="2325" b="0">
                <a:solidFill>
                  <a:srgbClr val="182631"/>
                </a:solidFill>
                <a:latin typeface="Arial"/>
                <a:ea typeface="Arial"/>
                <a:cs typeface="Arial"/>
              </a:defRPr>
            </a:lvl6pPr>
            <a:lvl7pPr>
              <a:defRPr sz="2325" b="0">
                <a:solidFill>
                  <a:srgbClr val="182631"/>
                </a:solidFill>
                <a:latin typeface="Arial"/>
                <a:ea typeface="Arial"/>
                <a:cs typeface="Arial"/>
              </a:defRPr>
            </a:lvl7pPr>
            <a:lvl8pPr>
              <a:defRPr sz="2325" b="0">
                <a:solidFill>
                  <a:srgbClr val="182631"/>
                </a:solidFill>
                <a:latin typeface="Arial"/>
                <a:ea typeface="Arial"/>
                <a:cs typeface="Arial"/>
              </a:defRPr>
            </a:lvl8pPr>
            <a:lvl9pPr>
              <a:defRPr sz="2325" b="0">
                <a:solidFill>
                  <a:srgbClr val="182631"/>
                </a:solidFill>
                <a:latin typeface="Arial"/>
                <a:ea typeface="Arial"/>
                <a:cs typeface="Arial"/>
              </a:defRPr>
            </a:lvl9pPr>
          </a:lstStyle>
          <a:p xmlns:a="http://schemas.openxmlformats.org/drawingml/2006/main">
            <a:pPr>
              <a:defRPr sz="2325" b="0">
                <a:solidFill>
                  <a:srgbClr val="182631"/>
                </a:solidFill>
                <a:latin typeface="Arial"/>
                <a:ea typeface="Arial"/>
                <a:cs typeface="Arial"/>
              </a:defRPr>
            </a:pPr>
            <a:r>
              <a:rPr sz="2325" b="0">
                <a:solidFill>
                  <a:srgbClr val="182631"/>
                </a:solidFill>
                <a:latin typeface="Arial"/>
                <a:ea typeface="Arial"/>
                <a:cs typeface="Arial"/>
              </a:rPr>
              <a:t>Baseline: log level warn</a:t>
            </a:r>
          </a:p>
          <a:p xmlns:a="http://schemas.openxmlformats.org/drawingml/2006/main">
            <a:pPr>
              <a:defRPr sz="2325" b="0">
                <a:solidFill>
                  <a:srgbClr val="182631"/>
                </a:solidFill>
                <a:latin typeface="Arial"/>
                <a:ea typeface="Arial"/>
                <a:cs typeface="Arial"/>
              </a:defRPr>
            </a:pPr>
            <a:r>
              <a:rPr sz="2325" b="0">
                <a:solidFill>
                  <a:srgbClr val="182631"/>
                </a:solidFill>
                <a:latin typeface="Arial"/>
                <a:ea typeface="Arial"/>
                <a:cs typeface="Arial"/>
              </a:rPr>
              <a:t>Updated: log level error</a:t>
            </a:r>
          </a:p>
        </p:txBody>
      </p:sp>
      <p:sp>
        <p:nvSpPr>
          <p:cNvPr id="4" name="">
            <a:extLst xmlns:a="http://schemas.openxmlformats.org/drawingml/2006/main">
              <a:ext uri="{FF2B5EF4-FFF2-40B4-BE49-F238E27FC236}">
                <a16:creationId xmlns:a16="http://schemas.microsoft.com/office/drawing/2014/main" id="{E333B69A-5E90-43D6-81EB-AA403BBEB134}"/>
              </a:ext>
            </a:extLst>
          </p:cNvPr>
          <p:cNvSpPr>
            <a:spLocks xmlns:a="http://schemas.openxmlformats.org/drawingml/2006/main" noGrp="1"/>
          </p:cNvSpPr>
          <p:nvPr/>
        </p:nvSpPr>
        <p:spPr>
          <a:xfrm xmlns:a="http://schemas.openxmlformats.org/drawingml/2006/main">
            <a:off x="685800" y="3714750"/>
            <a:ext cx="4095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570"/>
                </a:solidFill>
                <a:latin typeface="Arial"/>
                <a:ea typeface="Arial"/>
                <a:cs typeface="Arial"/>
              </a:defRPr>
            </a:defPPr>
            <a:lvl1pPr>
              <a:defRPr sz="2100" b="0">
                <a:solidFill>
                  <a:srgbClr val="526570"/>
                </a:solidFill>
                <a:latin typeface="Arial"/>
                <a:ea typeface="Arial"/>
                <a:cs typeface="Arial"/>
              </a:defRPr>
            </a:lvl1pPr>
            <a:lvl2pPr>
              <a:defRPr sz="2100" b="0">
                <a:solidFill>
                  <a:srgbClr val="526570"/>
                </a:solidFill>
                <a:latin typeface="Arial"/>
                <a:ea typeface="Arial"/>
                <a:cs typeface="Arial"/>
              </a:defRPr>
            </a:lvl2pPr>
            <a:lvl3pPr>
              <a:defRPr sz="2100" b="0">
                <a:solidFill>
                  <a:srgbClr val="526570"/>
                </a:solidFill>
                <a:latin typeface="Arial"/>
                <a:ea typeface="Arial"/>
                <a:cs typeface="Arial"/>
              </a:defRPr>
            </a:lvl3pPr>
            <a:lvl4pPr>
              <a:defRPr sz="2100" b="0">
                <a:solidFill>
                  <a:srgbClr val="526570"/>
                </a:solidFill>
                <a:latin typeface="Arial"/>
                <a:ea typeface="Arial"/>
                <a:cs typeface="Arial"/>
              </a:defRPr>
            </a:lvl4pPr>
            <a:lvl5pPr>
              <a:defRPr sz="2100" b="0">
                <a:solidFill>
                  <a:srgbClr val="526570"/>
                </a:solidFill>
                <a:latin typeface="Arial"/>
                <a:ea typeface="Arial"/>
                <a:cs typeface="Arial"/>
              </a:defRPr>
            </a:lvl5pPr>
            <a:lvl6pPr>
              <a:defRPr sz="2100" b="0">
                <a:solidFill>
                  <a:srgbClr val="526570"/>
                </a:solidFill>
                <a:latin typeface="Arial"/>
                <a:ea typeface="Arial"/>
                <a:cs typeface="Arial"/>
              </a:defRPr>
            </a:lvl6pPr>
            <a:lvl7pPr>
              <a:defRPr sz="2100" b="0">
                <a:solidFill>
                  <a:srgbClr val="526570"/>
                </a:solidFill>
                <a:latin typeface="Arial"/>
                <a:ea typeface="Arial"/>
                <a:cs typeface="Arial"/>
              </a:defRPr>
            </a:lvl7pPr>
            <a:lvl8pPr>
              <a:defRPr sz="2100" b="0">
                <a:solidFill>
                  <a:srgbClr val="526570"/>
                </a:solidFill>
                <a:latin typeface="Arial"/>
                <a:ea typeface="Arial"/>
                <a:cs typeface="Arial"/>
              </a:defRPr>
            </a:lvl8pPr>
            <a:lvl9pPr>
              <a:defRPr sz="2100" b="0">
                <a:solidFill>
                  <a:srgbClr val="526570"/>
                </a:solidFill>
                <a:latin typeface="Arial"/>
                <a:ea typeface="Arial"/>
                <a:cs typeface="Arial"/>
              </a:defRPr>
            </a:lvl9pPr>
          </a:lstStyle>
          <a:p xmlns:a="http://schemas.openxmlformats.org/drawingml/2006/main">
            <a:pPr>
              <a:defRPr sz="2100" b="0">
                <a:solidFill>
                  <a:srgbClr val="526570"/>
                </a:solidFill>
                <a:latin typeface="Arial"/>
                <a:ea typeface="Arial"/>
                <a:cs typeface="Arial"/>
              </a:defRPr>
            </a:pPr>
            <a:r>
              <a:rPr sz="2100" b="0">
                <a:solidFill>
                  <a:srgbClr val="526570"/>
                </a:solidFill>
                <a:latin typeface="Arial"/>
                <a:ea typeface="Arial"/>
                <a:cs typeface="Arial"/>
              </a:rPr>
              <a:t>The banner changes too.</a:t>
            </a:r>
          </a:p>
          <a:p xmlns:a="http://schemas.openxmlformats.org/drawingml/2006/main">
            <a:pPr>
              <a:defRPr sz="2100" b="0">
                <a:solidFill>
                  <a:srgbClr val="526570"/>
                </a:solidFill>
                <a:latin typeface="Arial"/>
                <a:ea typeface="Arial"/>
                <a:cs typeface="Arial"/>
              </a:defRPr>
            </a:pPr>
            <a:r>
              <a:rPr sz="2100" b="0">
                <a:solidFill>
                  <a:srgbClr val="526570"/>
                </a:solidFill>
                <a:latin typeface="Arial"/>
                <a:ea typeface="Arial"/>
                <a:cs typeface="Arial"/>
              </a:rPr>
              <a:t>Development and staging</a:t>
            </a:r>
          </a:p>
          <a:p xmlns:a="http://schemas.openxmlformats.org/drawingml/2006/main">
            <a:pPr>
              <a:defRPr sz="2100" b="0">
                <a:solidFill>
                  <a:srgbClr val="526570"/>
                </a:solidFill>
                <a:latin typeface="Arial"/>
                <a:ea typeface="Arial"/>
                <a:cs typeface="Arial"/>
              </a:defRPr>
            </a:pPr>
            <a:r>
              <a:rPr sz="2100" b="0">
                <a:solidFill>
                  <a:srgbClr val="526570"/>
                </a:solidFill>
                <a:latin typeface="Arial"/>
                <a:ea typeface="Arial"/>
                <a:cs typeface="Arial"/>
              </a:rPr>
              <a:t>retain their baseline values.</a:t>
            </a:r>
          </a:p>
        </p:txBody>
      </p:sp>
      <p:pic>
        <p:nvPicPr>
          <p:cNvPr id="5" name="">
            <a:extLst xmlns:a="http://schemas.openxmlformats.org/drawingml/2006/main">
              <a:ext uri="{FF2B5EF4-FFF2-40B4-BE49-F238E27FC236}">
                <a16:creationId xmlns:a16="http://schemas.microsoft.com/office/drawing/2014/main" id="{10A72C50-C35A-4F81-8CE5-5CBB7ADC3FBC}"/>
              </a:ext>
            </a:extLst>
          </p:cNvPr>
          <p:cNvPicPr>
            <a:picLocks xmlns:a="http://schemas.openxmlformats.org/drawingml/2006/main" noChangeAspect="1"/>
          </p:cNvPicPr>
          <p:nvPr/>
        </p:nvPicPr>
        <p:blipFill>
          <a:blip xmlns:r="http://schemas.openxmlformats.org/officeDocument/2006/relationships" xmlns:a="http://schemas.openxmlformats.org/drawingml/2006/main" r:embed="Rd76a386fe310441e"/>
          <a:stretch xmlns:a="http://schemas.openxmlformats.org/drawingml/2006/main"/>
        </p:blipFill>
        <p:spPr>
          <a:xfrm xmlns:a="http://schemas.openxmlformats.org/drawingml/2006/main">
            <a:off x="5181600" y="1524000"/>
            <a:ext cx="6096000" cy="4381500"/>
          </a:xfrm>
          <a:prstGeom xmlns:a="http://schemas.openxmlformats.org/drawingml/2006/main" prst="rect">
            <a:avLst/>
          </a:prstGeom>
        </p:spPr>
      </p:pic>
    </p:spTree>
    <p:extLst>
      <p:ext uri="{BB962C8B-B14F-4D97-AF65-F5344CB8AC3E}">
        <p14:creationId xmlns:p14="http://schemas.microsoft.com/office/powerpoint/2010/main" val="4925675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9782A5-DBC7-4081-B1D7-FB6B088E5E3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Live demonstration sequence</a:t>
            </a:r>
          </a:p>
        </p:txBody>
      </p:sp>
      <p:sp>
        <p:nvSpPr>
          <p:cNvPr id="2" name="">
            <a:extLst xmlns:a="http://schemas.openxmlformats.org/drawingml/2006/main">
              <a:ext uri="{FF2B5EF4-FFF2-40B4-BE49-F238E27FC236}">
                <a16:creationId xmlns:a16="http://schemas.microsoft.com/office/drawing/2014/main" id="{FB9E8ECB-A837-417A-82E9-0CD73FB3A6F7}"/>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2CE50AE-BD6E-411C-A950-9DEC67BA0736}"/>
              </a:ext>
            </a:extLst>
          </p:cNvPr>
          <p:cNvSpPr>
            <a:spLocks xmlns:a="http://schemas.openxmlformats.org/drawingml/2006/main" noGrp="1"/>
          </p:cNvSpPr>
          <p:nvPr/>
        </p:nvSpPr>
        <p:spPr>
          <a:xfrm xmlns:a="http://schemas.openxmlformats.org/drawingml/2006/main">
            <a:off x="685800" y="1762125"/>
            <a:ext cx="108204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82631"/>
                </a:solidFill>
                <a:latin typeface="Arial"/>
                <a:ea typeface="Arial"/>
                <a:cs typeface="Arial"/>
              </a:defRPr>
            </a:defPPr>
            <a:lvl1pPr>
              <a:defRPr sz="2400" b="0">
                <a:solidFill>
                  <a:srgbClr val="182631"/>
                </a:solidFill>
                <a:latin typeface="Arial"/>
                <a:ea typeface="Arial"/>
                <a:cs typeface="Arial"/>
              </a:defRPr>
            </a:lvl1pPr>
            <a:lvl2pPr>
              <a:defRPr sz="2400" b="0">
                <a:solidFill>
                  <a:srgbClr val="182631"/>
                </a:solidFill>
                <a:latin typeface="Arial"/>
                <a:ea typeface="Arial"/>
                <a:cs typeface="Arial"/>
              </a:defRPr>
            </a:lvl2pPr>
            <a:lvl3pPr>
              <a:defRPr sz="2400" b="0">
                <a:solidFill>
                  <a:srgbClr val="182631"/>
                </a:solidFill>
                <a:latin typeface="Arial"/>
                <a:ea typeface="Arial"/>
                <a:cs typeface="Arial"/>
              </a:defRPr>
            </a:lvl3pPr>
            <a:lvl4pPr>
              <a:defRPr sz="2400" b="0">
                <a:solidFill>
                  <a:srgbClr val="182631"/>
                </a:solidFill>
                <a:latin typeface="Arial"/>
                <a:ea typeface="Arial"/>
                <a:cs typeface="Arial"/>
              </a:defRPr>
            </a:lvl4pPr>
            <a:lvl5pPr>
              <a:defRPr sz="2400" b="0">
                <a:solidFill>
                  <a:srgbClr val="182631"/>
                </a:solidFill>
                <a:latin typeface="Arial"/>
                <a:ea typeface="Arial"/>
                <a:cs typeface="Arial"/>
              </a:defRPr>
            </a:lvl5pPr>
            <a:lvl6pPr>
              <a:defRPr sz="2400" b="0">
                <a:solidFill>
                  <a:srgbClr val="182631"/>
                </a:solidFill>
                <a:latin typeface="Arial"/>
                <a:ea typeface="Arial"/>
                <a:cs typeface="Arial"/>
              </a:defRPr>
            </a:lvl6pPr>
            <a:lvl7pPr>
              <a:defRPr sz="2400" b="0">
                <a:solidFill>
                  <a:srgbClr val="182631"/>
                </a:solidFill>
                <a:latin typeface="Arial"/>
                <a:ea typeface="Arial"/>
                <a:cs typeface="Arial"/>
              </a:defRPr>
            </a:lvl7pPr>
            <a:lvl8pPr>
              <a:defRPr sz="2400" b="0">
                <a:solidFill>
                  <a:srgbClr val="182631"/>
                </a:solidFill>
                <a:latin typeface="Arial"/>
                <a:ea typeface="Arial"/>
                <a:cs typeface="Arial"/>
              </a:defRPr>
            </a:lvl8pPr>
            <a:lvl9pPr>
              <a:defRPr sz="2400" b="0">
                <a:solidFill>
                  <a:srgbClr val="182631"/>
                </a:solidFill>
                <a:latin typeface="Arial"/>
                <a:ea typeface="Arial"/>
                <a:cs typeface="Arial"/>
              </a:defRPr>
            </a:lvl9pPr>
          </a:lstStyle>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1   Check all three SSH connections</a:t>
            </a:r>
          </a:p>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2   Apply the baseline playbook</a:t>
            </a:r>
          </a:p>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3   Rerun and show changed=0</a:t>
            </a:r>
          </a:p>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4   Preview and apply the production update</a:t>
            </a:r>
          </a:p>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5   Refresh the pages and repeat the update</a:t>
            </a:r>
          </a:p>
        </p:txBody>
      </p:sp>
      <p:sp>
        <p:nvSpPr>
          <p:cNvPr id="4" name="">
            <a:extLst xmlns:a="http://schemas.openxmlformats.org/drawingml/2006/main">
              <a:ext uri="{FF2B5EF4-FFF2-40B4-BE49-F238E27FC236}">
                <a16:creationId xmlns:a16="http://schemas.microsoft.com/office/drawing/2014/main" id="{1AF5A8B4-7E23-4E6A-9F36-73882588FE89}"/>
              </a:ext>
            </a:extLst>
          </p:cNvPr>
          <p:cNvSpPr>
            <a:spLocks xmlns:a="http://schemas.openxmlformats.org/drawingml/2006/main" noGrp="1"/>
          </p:cNvSpPr>
          <p:nvPr/>
        </p:nvSpPr>
        <p:spPr>
          <a:xfrm xmlns:a="http://schemas.openxmlformats.org/drawingml/2006/main">
            <a:off x="685800" y="54768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71C32"/>
                </a:solidFill>
                <a:latin typeface="Arial"/>
                <a:ea typeface="Arial"/>
                <a:cs typeface="Arial"/>
              </a:defRPr>
            </a:defPPr>
            <a:lvl1pPr>
              <a:defRPr sz="1950" b="1">
                <a:solidFill>
                  <a:srgbClr val="B71C32"/>
                </a:solidFill>
                <a:latin typeface="Arial"/>
                <a:ea typeface="Arial"/>
                <a:cs typeface="Arial"/>
              </a:defRPr>
            </a:lvl1pPr>
            <a:lvl2pPr>
              <a:defRPr sz="1950" b="1">
                <a:solidFill>
                  <a:srgbClr val="B71C32"/>
                </a:solidFill>
                <a:latin typeface="Arial"/>
                <a:ea typeface="Arial"/>
                <a:cs typeface="Arial"/>
              </a:defRPr>
            </a:lvl2pPr>
            <a:lvl3pPr>
              <a:defRPr sz="1950" b="1">
                <a:solidFill>
                  <a:srgbClr val="B71C32"/>
                </a:solidFill>
                <a:latin typeface="Arial"/>
                <a:ea typeface="Arial"/>
                <a:cs typeface="Arial"/>
              </a:defRPr>
            </a:lvl3pPr>
            <a:lvl4pPr>
              <a:defRPr sz="1950" b="1">
                <a:solidFill>
                  <a:srgbClr val="B71C32"/>
                </a:solidFill>
                <a:latin typeface="Arial"/>
                <a:ea typeface="Arial"/>
                <a:cs typeface="Arial"/>
              </a:defRPr>
            </a:lvl4pPr>
            <a:lvl5pPr>
              <a:defRPr sz="1950" b="1">
                <a:solidFill>
                  <a:srgbClr val="B71C32"/>
                </a:solidFill>
                <a:latin typeface="Arial"/>
                <a:ea typeface="Arial"/>
                <a:cs typeface="Arial"/>
              </a:defRPr>
            </a:lvl5pPr>
            <a:lvl6pPr>
              <a:defRPr sz="1950" b="1">
                <a:solidFill>
                  <a:srgbClr val="B71C32"/>
                </a:solidFill>
                <a:latin typeface="Arial"/>
                <a:ea typeface="Arial"/>
                <a:cs typeface="Arial"/>
              </a:defRPr>
            </a:lvl6pPr>
            <a:lvl7pPr>
              <a:defRPr sz="1950" b="1">
                <a:solidFill>
                  <a:srgbClr val="B71C32"/>
                </a:solidFill>
                <a:latin typeface="Arial"/>
                <a:ea typeface="Arial"/>
                <a:cs typeface="Arial"/>
              </a:defRPr>
            </a:lvl7pPr>
            <a:lvl8pPr>
              <a:defRPr sz="1950" b="1">
                <a:solidFill>
                  <a:srgbClr val="B71C32"/>
                </a:solidFill>
                <a:latin typeface="Arial"/>
                <a:ea typeface="Arial"/>
                <a:cs typeface="Arial"/>
              </a:defRPr>
            </a:lvl8pPr>
            <a:lvl9pPr>
              <a:defRPr sz="1950" b="1">
                <a:solidFill>
                  <a:srgbClr val="B71C32"/>
                </a:solidFill>
                <a:latin typeface="Arial"/>
                <a:ea typeface="Arial"/>
                <a:cs typeface="Arial"/>
              </a:defRPr>
            </a:lvl9pPr>
          </a:lstStyle>
          <a:p xmlns:a="http://schemas.openxmlformats.org/drawingml/2006/main">
            <a:pPr>
              <a:defRPr sz="1950" b="1">
                <a:solidFill>
                  <a:srgbClr val="B71C32"/>
                </a:solidFill>
                <a:latin typeface="Arial"/>
                <a:ea typeface="Arial"/>
                <a:cs typeface="Arial"/>
              </a:defRPr>
            </a:pPr>
            <a:r>
              <a:rPr sz="1950" b="1">
                <a:solidFill>
                  <a:srgbClr val="B71C32"/>
                </a:solidFill>
                <a:latin typeface="Arial"/>
                <a:ea typeface="Arial"/>
                <a:cs typeface="Arial"/>
              </a:rPr>
              <a:t>Full commands: docs/DEMO-GUIDE.md</a:t>
            </a:r>
          </a:p>
        </p:txBody>
      </p:sp>
    </p:spTree>
    <p:extLst>
      <p:ext uri="{BB962C8B-B14F-4D97-AF65-F5344CB8AC3E}">
        <p14:creationId xmlns:p14="http://schemas.microsoft.com/office/powerpoint/2010/main" val="16935605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5315AB-ADA6-4544-BA71-81A5D58692A2}"/>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Recorded validation results</a:t>
            </a:r>
          </a:p>
        </p:txBody>
      </p:sp>
      <p:sp>
        <p:nvSpPr>
          <p:cNvPr id="2" name="">
            <a:extLst xmlns:a="http://schemas.openxmlformats.org/drawingml/2006/main">
              <a:ext uri="{FF2B5EF4-FFF2-40B4-BE49-F238E27FC236}">
                <a16:creationId xmlns:a16="http://schemas.microsoft.com/office/drawing/2014/main" id="{BFF95CBE-756C-4CCC-AF3A-AB92CD87F8BB}"/>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2B1432D0-0466-44B1-B535-80BB64383AE4}"/>
              </a:ext>
            </a:extLst>
          </p:cNvPr>
          <p:cNvGraphicFramePr/>
          <p:nvPr/>
        </p:nvGraphicFramePr>
        <p:xfrm>
          <a:off xmlns:a="http://schemas.openxmlformats.org/drawingml/2006/main" x="685800" y="1714500"/>
          <a:ext xmlns:a="http://schemas.openxmlformats.org/drawingml/2006/main" cx="10820400" cy="3333750"/>
        </p:xfrm>
        <a:graphic xmlns:a="http://schemas.openxmlformats.org/drawingml/2006/main">
          <a:graphicData uri="http://schemas.openxmlformats.org/drawingml/2006/table">
            <a:tbl>
              <a:tblPr/>
              <a:tblGrid>
                <a:gridCol w="4381500"/>
                <a:gridCol w="6438900"/>
              </a:tblGrid>
              <a:tr h="666750">
                <a:tc>
                  <a:txBody>
                    <a:bodyPr/>
                    <a:lstStyle/>
                    <a:p>
                      <a:r>
                        <a:rPr sz="1800" b="1">
                          <a:solidFill>
                            <a:srgbClr val="FFFFFF"/>
                          </a:solidFill>
                          <a:latin typeface="Arial"/>
                          <a:ea typeface="Arial"/>
                          <a:cs typeface="Arial"/>
                        </a:rPr>
                        <a:t>Operation</a:t>
                      </a:r>
                    </a:p>
                  </a:txBody>
                  <a:tcPr marL="91440" marR="91440" marT="45720" marB="45720">
                    <a:lnL w="9525">
                      <a:solidFill>
                        <a:srgbClr val="D5DCE1"/>
                      </a:solidFill>
                      <a:prstDash val="solid"/>
                    </a:lnL>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c>
                  <a:txBody>
                    <a:bodyPr/>
                    <a:lstStyle/>
                    <a:p>
                      <a:r>
                        <a:rPr sz="1800" b="1">
                          <a:solidFill>
                            <a:srgbClr val="FFFFFF"/>
                          </a:solidFill>
                          <a:latin typeface="Arial"/>
                          <a:ea typeface="Arial"/>
                          <a:cs typeface="Arial"/>
                        </a:rPr>
                        <a:t>Observed result</a:t>
                      </a:r>
                    </a:p>
                  </a:txBody>
                  <a:tcPr marL="91440" marR="91440" marT="45720" marB="45720">
                    <a:lnR w="9525">
                      <a:solidFill>
                        <a:srgbClr val="D5DCE1"/>
                      </a:solidFill>
                      <a:prstDash val="solid"/>
                    </a:lnR>
                    <a:lnT w="9525">
                      <a:solidFill>
                        <a:srgbClr val="D5DCE1"/>
                      </a:solidFill>
                      <a:prstDash val="solid"/>
                    </a:lnT>
                    <a:lnB w="9525">
                      <a:solidFill>
                        <a:srgbClr val="D5DCE1"/>
                      </a:solidFill>
                      <a:prstDash val="solid"/>
                    </a:lnB>
                    <a:solidFill>
                      <a:srgbClr val="253B48"/>
                    </a:solidFill>
                  </a:tcPr>
                </a:tc>
              </a:tr>
              <a:tr h="666750">
                <a:tc>
                  <a:txBody>
                    <a:bodyPr/>
                    <a:lstStyle/>
                    <a:p>
                      <a:r>
                        <a:rPr sz="1800" b="0">
                          <a:solidFill>
                            <a:srgbClr val="182631"/>
                          </a:solidFill>
                          <a:latin typeface="Arial"/>
                          <a:ea typeface="Arial"/>
                          <a:cs typeface="Arial"/>
                        </a:rPr>
                        <a:t>Initial baseline</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5 changed tasks on each host</a:t>
                      </a:r>
                    </a:p>
                  </a:txBody>
                  <a:tcPr marL="91440" marR="91440" marT="45720" marB="45720">
                    <a:lnR w="9525">
                      <a:solidFill>
                        <a:srgbClr val="D5DCE1"/>
                      </a:solidFill>
                      <a:prstDash val="solid"/>
                    </a:lnR>
                    <a:lnB w="9525">
                      <a:solidFill>
                        <a:srgbClr val="D5DCE1"/>
                      </a:solidFill>
                      <a:prstDash val="solid"/>
                    </a:lnB>
                    <a:solidFill>
                      <a:srgbClr val="FFFFFF"/>
                    </a:solidFill>
                  </a:tcPr>
                </a:tc>
              </a:tr>
              <a:tr h="666750">
                <a:tc>
                  <a:txBody>
                    <a:bodyPr/>
                    <a:lstStyle/>
                    <a:p>
                      <a:r>
                        <a:rPr sz="1800" b="0">
                          <a:solidFill>
                            <a:srgbClr val="182631"/>
                          </a:solidFill>
                          <a:latin typeface="Arial"/>
                          <a:ea typeface="Arial"/>
                          <a:cs typeface="Arial"/>
                        </a:rPr>
                        <a:t>Baseline repeated</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0 changed tasks on every host</a:t>
                      </a:r>
                    </a:p>
                  </a:txBody>
                  <a:tcPr marL="91440" marR="91440" marT="45720" marB="45720">
                    <a:lnR w="9525">
                      <a:solidFill>
                        <a:srgbClr val="D5DCE1"/>
                      </a:solidFill>
                      <a:prstDash val="solid"/>
                    </a:lnR>
                    <a:lnB w="9525">
                      <a:solidFill>
                        <a:srgbClr val="D5DCE1"/>
                      </a:solidFill>
                      <a:prstDash val="solid"/>
                    </a:lnB>
                    <a:solidFill>
                      <a:srgbClr val="F2F5F7"/>
                    </a:solidFill>
                  </a:tcPr>
                </a:tc>
              </a:tr>
              <a:tr h="666750">
                <a:tc>
                  <a:txBody>
                    <a:bodyPr/>
                    <a:lstStyle/>
                    <a:p>
                      <a:r>
                        <a:rPr sz="1800" b="0">
                          <a:solidFill>
                            <a:srgbClr val="182631"/>
                          </a:solidFill>
                          <a:latin typeface="Arial"/>
                          <a:ea typeface="Arial"/>
                          <a:cs typeface="Arial"/>
                        </a:rPr>
                        <a:t>Production update</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FFFFF"/>
                    </a:solidFill>
                  </a:tcPr>
                </a:tc>
                <a:tc>
                  <a:txBody>
                    <a:bodyPr/>
                    <a:lstStyle/>
                    <a:p>
                      <a:r>
                        <a:rPr sz="1800" b="0">
                          <a:solidFill>
                            <a:srgbClr val="182631"/>
                          </a:solidFill>
                          <a:latin typeface="Arial"/>
                          <a:ea typeface="Arial"/>
                          <a:cs typeface="Arial"/>
                        </a:rPr>
                        <a:t>4 changed tasks on production only</a:t>
                      </a:r>
                    </a:p>
                  </a:txBody>
                  <a:tcPr marL="91440" marR="91440" marT="45720" marB="45720">
                    <a:lnR w="9525">
                      <a:solidFill>
                        <a:srgbClr val="D5DCE1"/>
                      </a:solidFill>
                      <a:prstDash val="solid"/>
                    </a:lnR>
                    <a:lnB w="9525">
                      <a:solidFill>
                        <a:srgbClr val="D5DCE1"/>
                      </a:solidFill>
                      <a:prstDash val="solid"/>
                    </a:lnB>
                    <a:solidFill>
                      <a:srgbClr val="FFFFFF"/>
                    </a:solidFill>
                  </a:tcPr>
                </a:tc>
              </a:tr>
              <a:tr h="666750">
                <a:tc>
                  <a:txBody>
                    <a:bodyPr/>
                    <a:lstStyle/>
                    <a:p>
                      <a:r>
                        <a:rPr sz="1800" b="0">
                          <a:solidFill>
                            <a:srgbClr val="182631"/>
                          </a:solidFill>
                          <a:latin typeface="Arial"/>
                          <a:ea typeface="Arial"/>
                          <a:cs typeface="Arial"/>
                        </a:rPr>
                        <a:t>Update repeated</a:t>
                      </a:r>
                    </a:p>
                  </a:txBody>
                  <a:tcPr marL="91440" marR="91440" marT="45720" marB="45720">
                    <a:lnL w="9525">
                      <a:solidFill>
                        <a:srgbClr val="D5DCE1"/>
                      </a:solidFill>
                      <a:prstDash val="solid"/>
                    </a:lnL>
                    <a:lnR w="9525">
                      <a:solidFill>
                        <a:srgbClr val="D5DCE1"/>
                      </a:solidFill>
                      <a:prstDash val="solid"/>
                    </a:lnR>
                    <a:lnB w="9525">
                      <a:solidFill>
                        <a:srgbClr val="D5DCE1"/>
                      </a:solidFill>
                      <a:prstDash val="solid"/>
                    </a:lnB>
                    <a:solidFill>
                      <a:srgbClr val="F2F5F7"/>
                    </a:solidFill>
                  </a:tcPr>
                </a:tc>
                <a:tc>
                  <a:txBody>
                    <a:bodyPr/>
                    <a:lstStyle/>
                    <a:p>
                      <a:r>
                        <a:rPr sz="1800" b="0">
                          <a:solidFill>
                            <a:srgbClr val="182631"/>
                          </a:solidFill>
                          <a:latin typeface="Arial"/>
                          <a:ea typeface="Arial"/>
                          <a:cs typeface="Arial"/>
                        </a:rPr>
                        <a:t>0 changed tasks on production</a:t>
                      </a:r>
                    </a:p>
                  </a:txBody>
                  <a:tcPr marL="91440" marR="91440" marT="45720" marB="45720">
                    <a:lnR w="9525">
                      <a:solidFill>
                        <a:srgbClr val="D5DCE1"/>
                      </a:solidFill>
                      <a:prstDash val="solid"/>
                    </a:lnR>
                    <a:lnB w="9525">
                      <a:solidFill>
                        <a:srgbClr val="D5DCE1"/>
                      </a:solidFill>
                      <a:prstDash val="solid"/>
                    </a:lnB>
                    <a:solidFill>
                      <a:srgbClr val="F2F5F7"/>
                    </a:solidFill>
                  </a:tcPr>
                </a:tc>
              </a:tr>
            </a:tbl>
          </a:graphicData>
        </a:graphic>
      </p:graphicFrame>
      <p:sp>
        <p:nvSpPr>
          <p:cNvPr id="4" name="">
            <a:extLst xmlns:a="http://schemas.openxmlformats.org/drawingml/2006/main">
              <a:ext uri="{FF2B5EF4-FFF2-40B4-BE49-F238E27FC236}">
                <a16:creationId xmlns:a16="http://schemas.microsoft.com/office/drawing/2014/main" id="{7434E9E2-8DAD-459B-8757-AAD1EEB4574E}"/>
              </a:ext>
            </a:extLst>
          </p:cNvPr>
          <p:cNvSpPr>
            <a:spLocks xmlns:a="http://schemas.openxmlformats.org/drawingml/2006/main" noGrp="1"/>
          </p:cNvSpPr>
          <p:nvPr/>
        </p:nvSpPr>
        <p:spPr>
          <a:xfrm xmlns:a="http://schemas.openxmlformats.org/drawingml/2006/main">
            <a:off x="685800" y="542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570"/>
                </a:solidFill>
                <a:latin typeface="Arial"/>
                <a:ea typeface="Arial"/>
                <a:cs typeface="Arial"/>
              </a:defRPr>
            </a:defPPr>
            <a:lvl1pPr>
              <a:defRPr sz="2100" b="0">
                <a:solidFill>
                  <a:srgbClr val="526570"/>
                </a:solidFill>
                <a:latin typeface="Arial"/>
                <a:ea typeface="Arial"/>
                <a:cs typeface="Arial"/>
              </a:defRPr>
            </a:lvl1pPr>
            <a:lvl2pPr>
              <a:defRPr sz="2100" b="0">
                <a:solidFill>
                  <a:srgbClr val="526570"/>
                </a:solidFill>
                <a:latin typeface="Arial"/>
                <a:ea typeface="Arial"/>
                <a:cs typeface="Arial"/>
              </a:defRPr>
            </a:lvl2pPr>
            <a:lvl3pPr>
              <a:defRPr sz="2100" b="0">
                <a:solidFill>
                  <a:srgbClr val="526570"/>
                </a:solidFill>
                <a:latin typeface="Arial"/>
                <a:ea typeface="Arial"/>
                <a:cs typeface="Arial"/>
              </a:defRPr>
            </a:lvl3pPr>
            <a:lvl4pPr>
              <a:defRPr sz="2100" b="0">
                <a:solidFill>
                  <a:srgbClr val="526570"/>
                </a:solidFill>
                <a:latin typeface="Arial"/>
                <a:ea typeface="Arial"/>
                <a:cs typeface="Arial"/>
              </a:defRPr>
            </a:lvl4pPr>
            <a:lvl5pPr>
              <a:defRPr sz="2100" b="0">
                <a:solidFill>
                  <a:srgbClr val="526570"/>
                </a:solidFill>
                <a:latin typeface="Arial"/>
                <a:ea typeface="Arial"/>
                <a:cs typeface="Arial"/>
              </a:defRPr>
            </a:lvl5pPr>
            <a:lvl6pPr>
              <a:defRPr sz="2100" b="0">
                <a:solidFill>
                  <a:srgbClr val="526570"/>
                </a:solidFill>
                <a:latin typeface="Arial"/>
                <a:ea typeface="Arial"/>
                <a:cs typeface="Arial"/>
              </a:defRPr>
            </a:lvl6pPr>
            <a:lvl7pPr>
              <a:defRPr sz="2100" b="0">
                <a:solidFill>
                  <a:srgbClr val="526570"/>
                </a:solidFill>
                <a:latin typeface="Arial"/>
                <a:ea typeface="Arial"/>
                <a:cs typeface="Arial"/>
              </a:defRPr>
            </a:lvl7pPr>
            <a:lvl8pPr>
              <a:defRPr sz="2100" b="0">
                <a:solidFill>
                  <a:srgbClr val="526570"/>
                </a:solidFill>
                <a:latin typeface="Arial"/>
                <a:ea typeface="Arial"/>
                <a:cs typeface="Arial"/>
              </a:defRPr>
            </a:lvl8pPr>
            <a:lvl9pPr>
              <a:defRPr sz="2100" b="0">
                <a:solidFill>
                  <a:srgbClr val="526570"/>
                </a:solidFill>
                <a:latin typeface="Arial"/>
                <a:ea typeface="Arial"/>
                <a:cs typeface="Arial"/>
              </a:defRPr>
            </a:lvl9pPr>
          </a:lstStyle>
          <a:p xmlns:a="http://schemas.openxmlformats.org/drawingml/2006/main">
            <a:pPr>
              <a:defRPr sz="2100" b="0">
                <a:solidFill>
                  <a:srgbClr val="526570"/>
                </a:solidFill>
                <a:latin typeface="Arial"/>
                <a:ea typeface="Arial"/>
                <a:cs typeface="Arial"/>
              </a:defRPr>
            </a:pPr>
            <a:r>
              <a:rPr sz="2100" b="0">
                <a:solidFill>
                  <a:srgbClr val="526570"/>
                </a:solidFill>
                <a:latin typeface="Arial"/>
                <a:ea typeface="Arial"/>
                <a:cs typeface="Arial"/>
              </a:rPr>
              <a:t>The preview left the deployed configuration unchanged.</a:t>
            </a:r>
          </a:p>
        </p:txBody>
      </p:sp>
    </p:spTree>
    <p:extLst>
      <p:ext uri="{BB962C8B-B14F-4D97-AF65-F5344CB8AC3E}">
        <p14:creationId xmlns:p14="http://schemas.microsoft.com/office/powerpoint/2010/main" val="9188225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9EB5F9-93DC-44DF-A45C-9CB87033E37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631"/>
                </a:solidFill>
                <a:latin typeface="Arial"/>
                <a:ea typeface="Arial"/>
                <a:cs typeface="Arial"/>
              </a:defRPr>
            </a:defPPr>
            <a:lvl1pPr>
              <a:defRPr sz="3300" b="1">
                <a:solidFill>
                  <a:srgbClr val="182631"/>
                </a:solidFill>
                <a:latin typeface="Arial"/>
                <a:ea typeface="Arial"/>
                <a:cs typeface="Arial"/>
              </a:defRPr>
            </a:lvl1pPr>
            <a:lvl2pPr>
              <a:defRPr sz="3300" b="1">
                <a:solidFill>
                  <a:srgbClr val="182631"/>
                </a:solidFill>
                <a:latin typeface="Arial"/>
                <a:ea typeface="Arial"/>
                <a:cs typeface="Arial"/>
              </a:defRPr>
            </a:lvl2pPr>
            <a:lvl3pPr>
              <a:defRPr sz="3300" b="1">
                <a:solidFill>
                  <a:srgbClr val="182631"/>
                </a:solidFill>
                <a:latin typeface="Arial"/>
                <a:ea typeface="Arial"/>
                <a:cs typeface="Arial"/>
              </a:defRPr>
            </a:lvl3pPr>
            <a:lvl4pPr>
              <a:defRPr sz="3300" b="1">
                <a:solidFill>
                  <a:srgbClr val="182631"/>
                </a:solidFill>
                <a:latin typeface="Arial"/>
                <a:ea typeface="Arial"/>
                <a:cs typeface="Arial"/>
              </a:defRPr>
            </a:lvl4pPr>
            <a:lvl5pPr>
              <a:defRPr sz="3300" b="1">
                <a:solidFill>
                  <a:srgbClr val="182631"/>
                </a:solidFill>
                <a:latin typeface="Arial"/>
                <a:ea typeface="Arial"/>
                <a:cs typeface="Arial"/>
              </a:defRPr>
            </a:lvl5pPr>
            <a:lvl6pPr>
              <a:defRPr sz="3300" b="1">
                <a:solidFill>
                  <a:srgbClr val="182631"/>
                </a:solidFill>
                <a:latin typeface="Arial"/>
                <a:ea typeface="Arial"/>
                <a:cs typeface="Arial"/>
              </a:defRPr>
            </a:lvl6pPr>
            <a:lvl7pPr>
              <a:defRPr sz="3300" b="1">
                <a:solidFill>
                  <a:srgbClr val="182631"/>
                </a:solidFill>
                <a:latin typeface="Arial"/>
                <a:ea typeface="Arial"/>
                <a:cs typeface="Arial"/>
              </a:defRPr>
            </a:lvl7pPr>
            <a:lvl8pPr>
              <a:defRPr sz="3300" b="1">
                <a:solidFill>
                  <a:srgbClr val="182631"/>
                </a:solidFill>
                <a:latin typeface="Arial"/>
                <a:ea typeface="Arial"/>
                <a:cs typeface="Arial"/>
              </a:defRPr>
            </a:lvl8pPr>
            <a:lvl9pPr>
              <a:defRPr sz="3300" b="1">
                <a:solidFill>
                  <a:srgbClr val="182631"/>
                </a:solidFill>
                <a:latin typeface="Arial"/>
                <a:ea typeface="Arial"/>
                <a:cs typeface="Arial"/>
              </a:defRPr>
            </a:lvl9pPr>
          </a:lstStyle>
          <a:p xmlns:a="http://schemas.openxmlformats.org/drawingml/2006/main">
            <a:pPr>
              <a:defRPr sz="3300" b="1">
                <a:solidFill>
                  <a:srgbClr val="182631"/>
                </a:solidFill>
                <a:latin typeface="Arial"/>
                <a:ea typeface="Arial"/>
                <a:cs typeface="Arial"/>
              </a:defRPr>
            </a:pPr>
            <a:r>
              <a:rPr sz="3300" b="1">
                <a:solidFill>
                  <a:srgbClr val="182631"/>
                </a:solidFill>
                <a:latin typeface="Arial"/>
                <a:ea typeface="Arial"/>
                <a:cs typeface="Arial"/>
              </a:rPr>
              <a:t>Conclusion and scope</a:t>
            </a:r>
          </a:p>
        </p:txBody>
      </p:sp>
      <p:sp>
        <p:nvSpPr>
          <p:cNvPr id="2" name="">
            <a:extLst xmlns:a="http://schemas.openxmlformats.org/drawingml/2006/main">
              <a:ext uri="{FF2B5EF4-FFF2-40B4-BE49-F238E27FC236}">
                <a16:creationId xmlns:a16="http://schemas.microsoft.com/office/drawing/2014/main" id="{7B865212-83EF-4FB1-999E-D122BDFFA54B}"/>
              </a:ext>
            </a:extLst>
          </p:cNvPr>
          <p:cNvSpPr>
            <a:spLocks xmlns:a="http://schemas.openxmlformats.org/drawingml/2006/main" noGrp="1"/>
          </p:cNvSpPr>
          <p:nvPr/>
        </p:nvSpPr>
        <p:spPr>
          <a:xfrm xmlns:a="http://schemas.openxmlformats.org/drawingml/2006/main">
            <a:off x="111633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534ECCD6-1D7E-4379-8774-54005BAEBC2D}"/>
              </a:ext>
            </a:extLst>
          </p:cNvPr>
          <p:cNvSpPr>
            <a:spLocks xmlns:a="http://schemas.openxmlformats.org/drawingml/2006/main" noGrp="1"/>
          </p:cNvSpPr>
          <p:nvPr/>
        </p:nvSpPr>
        <p:spPr>
          <a:xfrm xmlns:a="http://schemas.openxmlformats.org/drawingml/2006/main">
            <a:off x="685800" y="1762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B71C32"/>
                </a:solidFill>
                <a:latin typeface="Arial"/>
                <a:ea typeface="Arial"/>
                <a:cs typeface="Arial"/>
              </a:defRPr>
            </a:defPPr>
            <a:lvl1pPr>
              <a:defRPr sz="2550" b="1">
                <a:solidFill>
                  <a:srgbClr val="B71C32"/>
                </a:solidFill>
                <a:latin typeface="Arial"/>
                <a:ea typeface="Arial"/>
                <a:cs typeface="Arial"/>
              </a:defRPr>
            </a:lvl1pPr>
            <a:lvl2pPr>
              <a:defRPr sz="2550" b="1">
                <a:solidFill>
                  <a:srgbClr val="B71C32"/>
                </a:solidFill>
                <a:latin typeface="Arial"/>
                <a:ea typeface="Arial"/>
                <a:cs typeface="Arial"/>
              </a:defRPr>
            </a:lvl2pPr>
            <a:lvl3pPr>
              <a:defRPr sz="2550" b="1">
                <a:solidFill>
                  <a:srgbClr val="B71C32"/>
                </a:solidFill>
                <a:latin typeface="Arial"/>
                <a:ea typeface="Arial"/>
                <a:cs typeface="Arial"/>
              </a:defRPr>
            </a:lvl3pPr>
            <a:lvl4pPr>
              <a:defRPr sz="2550" b="1">
                <a:solidFill>
                  <a:srgbClr val="B71C32"/>
                </a:solidFill>
                <a:latin typeface="Arial"/>
                <a:ea typeface="Arial"/>
                <a:cs typeface="Arial"/>
              </a:defRPr>
            </a:lvl4pPr>
            <a:lvl5pPr>
              <a:defRPr sz="2550" b="1">
                <a:solidFill>
                  <a:srgbClr val="B71C32"/>
                </a:solidFill>
                <a:latin typeface="Arial"/>
                <a:ea typeface="Arial"/>
                <a:cs typeface="Arial"/>
              </a:defRPr>
            </a:lvl5pPr>
            <a:lvl6pPr>
              <a:defRPr sz="2550" b="1">
                <a:solidFill>
                  <a:srgbClr val="B71C32"/>
                </a:solidFill>
                <a:latin typeface="Arial"/>
                <a:ea typeface="Arial"/>
                <a:cs typeface="Arial"/>
              </a:defRPr>
            </a:lvl6pPr>
            <a:lvl7pPr>
              <a:defRPr sz="2550" b="1">
                <a:solidFill>
                  <a:srgbClr val="B71C32"/>
                </a:solidFill>
                <a:latin typeface="Arial"/>
                <a:ea typeface="Arial"/>
                <a:cs typeface="Arial"/>
              </a:defRPr>
            </a:lvl7pPr>
            <a:lvl8pPr>
              <a:defRPr sz="2550" b="1">
                <a:solidFill>
                  <a:srgbClr val="B71C32"/>
                </a:solidFill>
                <a:latin typeface="Arial"/>
                <a:ea typeface="Arial"/>
                <a:cs typeface="Arial"/>
              </a:defRPr>
            </a:lvl8pPr>
            <a:lvl9pPr>
              <a:defRPr sz="2550" b="1">
                <a:solidFill>
                  <a:srgbClr val="B71C32"/>
                </a:solidFill>
                <a:latin typeface="Arial"/>
                <a:ea typeface="Arial"/>
                <a:cs typeface="Arial"/>
              </a:defRPr>
            </a:lvl9pPr>
          </a:lstStyle>
          <a:p xmlns:a="http://schemas.openxmlformats.org/drawingml/2006/main">
            <a:pPr>
              <a:defRPr sz="2550" b="1">
                <a:solidFill>
                  <a:srgbClr val="B71C32"/>
                </a:solidFill>
                <a:latin typeface="Arial"/>
                <a:ea typeface="Arial"/>
                <a:cs typeface="Arial"/>
              </a:defRPr>
            </a:pPr>
            <a:r>
              <a:rPr sz="2550" b="1">
                <a:solidFill>
                  <a:srgbClr val="B71C32"/>
                </a:solidFill>
                <a:latin typeface="Arial"/>
                <a:ea typeface="Arial"/>
                <a:cs typeface="Arial"/>
              </a:rPr>
              <a:t>One playbook applies environment-specific settings.</a:t>
            </a:r>
          </a:p>
        </p:txBody>
      </p:sp>
      <p:sp>
        <p:nvSpPr>
          <p:cNvPr id="4" name="">
            <a:extLst xmlns:a="http://schemas.openxmlformats.org/drawingml/2006/main">
              <a:ext uri="{FF2B5EF4-FFF2-40B4-BE49-F238E27FC236}">
                <a16:creationId xmlns:a16="http://schemas.microsoft.com/office/drawing/2014/main" id="{7E9FFEA7-0F69-4667-AF3B-963B0864CD82}"/>
              </a:ext>
            </a:extLst>
          </p:cNvPr>
          <p:cNvSpPr>
            <a:spLocks xmlns:a="http://schemas.openxmlformats.org/drawingml/2006/main" noGrp="1"/>
          </p:cNvSpPr>
          <p:nvPr/>
        </p:nvSpPr>
        <p:spPr>
          <a:xfrm xmlns:a="http://schemas.openxmlformats.org/drawingml/2006/main">
            <a:off x="685800" y="30003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82631"/>
                </a:solidFill>
                <a:latin typeface="Arial"/>
                <a:ea typeface="Arial"/>
                <a:cs typeface="Arial"/>
              </a:defRPr>
            </a:defPPr>
            <a:lvl1pPr>
              <a:defRPr sz="2400" b="0">
                <a:solidFill>
                  <a:srgbClr val="182631"/>
                </a:solidFill>
                <a:latin typeface="Arial"/>
                <a:ea typeface="Arial"/>
                <a:cs typeface="Arial"/>
              </a:defRPr>
            </a:lvl1pPr>
            <a:lvl2pPr>
              <a:defRPr sz="2400" b="0">
                <a:solidFill>
                  <a:srgbClr val="182631"/>
                </a:solidFill>
                <a:latin typeface="Arial"/>
                <a:ea typeface="Arial"/>
                <a:cs typeface="Arial"/>
              </a:defRPr>
            </a:lvl2pPr>
            <a:lvl3pPr>
              <a:defRPr sz="2400" b="0">
                <a:solidFill>
                  <a:srgbClr val="182631"/>
                </a:solidFill>
                <a:latin typeface="Arial"/>
                <a:ea typeface="Arial"/>
                <a:cs typeface="Arial"/>
              </a:defRPr>
            </a:lvl3pPr>
            <a:lvl4pPr>
              <a:defRPr sz="2400" b="0">
                <a:solidFill>
                  <a:srgbClr val="182631"/>
                </a:solidFill>
                <a:latin typeface="Arial"/>
                <a:ea typeface="Arial"/>
                <a:cs typeface="Arial"/>
              </a:defRPr>
            </a:lvl4pPr>
            <a:lvl5pPr>
              <a:defRPr sz="2400" b="0">
                <a:solidFill>
                  <a:srgbClr val="182631"/>
                </a:solidFill>
                <a:latin typeface="Arial"/>
                <a:ea typeface="Arial"/>
                <a:cs typeface="Arial"/>
              </a:defRPr>
            </a:lvl5pPr>
            <a:lvl6pPr>
              <a:defRPr sz="2400" b="0">
                <a:solidFill>
                  <a:srgbClr val="182631"/>
                </a:solidFill>
                <a:latin typeface="Arial"/>
                <a:ea typeface="Arial"/>
                <a:cs typeface="Arial"/>
              </a:defRPr>
            </a:lvl6pPr>
            <a:lvl7pPr>
              <a:defRPr sz="2400" b="0">
                <a:solidFill>
                  <a:srgbClr val="182631"/>
                </a:solidFill>
                <a:latin typeface="Arial"/>
                <a:ea typeface="Arial"/>
                <a:cs typeface="Arial"/>
              </a:defRPr>
            </a:lvl7pPr>
            <a:lvl8pPr>
              <a:defRPr sz="2400" b="0">
                <a:solidFill>
                  <a:srgbClr val="182631"/>
                </a:solidFill>
                <a:latin typeface="Arial"/>
                <a:ea typeface="Arial"/>
                <a:cs typeface="Arial"/>
              </a:defRPr>
            </a:lvl8pPr>
            <a:lvl9pPr>
              <a:defRPr sz="2400" b="0">
                <a:solidFill>
                  <a:srgbClr val="182631"/>
                </a:solidFill>
                <a:latin typeface="Arial"/>
                <a:ea typeface="Arial"/>
                <a:cs typeface="Arial"/>
              </a:defRPr>
            </a:lvl9pPr>
          </a:lstStyle>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The verified demo shows a scoped update</a:t>
            </a:r>
          </a:p>
          <a:p xmlns:a="http://schemas.openxmlformats.org/drawingml/2006/main">
            <a:pPr>
              <a:defRPr sz="2400" b="0">
                <a:solidFill>
                  <a:srgbClr val="182631"/>
                </a:solidFill>
                <a:latin typeface="Arial"/>
                <a:ea typeface="Arial"/>
                <a:cs typeface="Arial"/>
              </a:defRPr>
            </a:pPr>
            <a:r>
              <a:rPr sz="2400" b="0">
                <a:solidFill>
                  <a:srgbClr val="182631"/>
                </a:solidFill>
                <a:latin typeface="Arial"/>
                <a:ea typeface="Arial"/>
                <a:cs typeface="Arial"/>
              </a:rPr>
              <a:t>and repeat runs with zero changes.</a:t>
            </a:r>
          </a:p>
        </p:txBody>
      </p:sp>
      <p:sp>
        <p:nvSpPr>
          <p:cNvPr id="5" name="">
            <a:extLst xmlns:a="http://schemas.openxmlformats.org/drawingml/2006/main">
              <a:ext uri="{FF2B5EF4-FFF2-40B4-BE49-F238E27FC236}">
                <a16:creationId xmlns:a16="http://schemas.microsoft.com/office/drawing/2014/main" id="{EBB59842-9955-4D06-A887-D391AAACA190}"/>
              </a:ext>
            </a:extLst>
          </p:cNvPr>
          <p:cNvSpPr>
            <a:spLocks xmlns:a="http://schemas.openxmlformats.org/drawingml/2006/main" noGrp="1"/>
          </p:cNvSpPr>
          <p:nvPr/>
        </p:nvSpPr>
        <p:spPr>
          <a:xfrm xmlns:a="http://schemas.openxmlformats.org/drawingml/2006/main">
            <a:off x="685800" y="4667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570"/>
                </a:solidFill>
                <a:latin typeface="Arial"/>
                <a:ea typeface="Arial"/>
                <a:cs typeface="Arial"/>
              </a:defRPr>
            </a:defPPr>
            <a:lvl1pPr>
              <a:defRPr sz="2025" b="0">
                <a:solidFill>
                  <a:srgbClr val="526570"/>
                </a:solidFill>
                <a:latin typeface="Arial"/>
                <a:ea typeface="Arial"/>
                <a:cs typeface="Arial"/>
              </a:defRPr>
            </a:lvl1pPr>
            <a:lvl2pPr>
              <a:defRPr sz="2025" b="0">
                <a:solidFill>
                  <a:srgbClr val="526570"/>
                </a:solidFill>
                <a:latin typeface="Arial"/>
                <a:ea typeface="Arial"/>
                <a:cs typeface="Arial"/>
              </a:defRPr>
            </a:lvl2pPr>
            <a:lvl3pPr>
              <a:defRPr sz="2025" b="0">
                <a:solidFill>
                  <a:srgbClr val="526570"/>
                </a:solidFill>
                <a:latin typeface="Arial"/>
                <a:ea typeface="Arial"/>
                <a:cs typeface="Arial"/>
              </a:defRPr>
            </a:lvl3pPr>
            <a:lvl4pPr>
              <a:defRPr sz="2025" b="0">
                <a:solidFill>
                  <a:srgbClr val="526570"/>
                </a:solidFill>
                <a:latin typeface="Arial"/>
                <a:ea typeface="Arial"/>
                <a:cs typeface="Arial"/>
              </a:defRPr>
            </a:lvl4pPr>
            <a:lvl5pPr>
              <a:defRPr sz="2025" b="0">
                <a:solidFill>
                  <a:srgbClr val="526570"/>
                </a:solidFill>
                <a:latin typeface="Arial"/>
                <a:ea typeface="Arial"/>
                <a:cs typeface="Arial"/>
              </a:defRPr>
            </a:lvl5pPr>
            <a:lvl6pPr>
              <a:defRPr sz="2025" b="0">
                <a:solidFill>
                  <a:srgbClr val="526570"/>
                </a:solidFill>
                <a:latin typeface="Arial"/>
                <a:ea typeface="Arial"/>
                <a:cs typeface="Arial"/>
              </a:defRPr>
            </a:lvl6pPr>
            <a:lvl7pPr>
              <a:defRPr sz="2025" b="0">
                <a:solidFill>
                  <a:srgbClr val="526570"/>
                </a:solidFill>
                <a:latin typeface="Arial"/>
                <a:ea typeface="Arial"/>
                <a:cs typeface="Arial"/>
              </a:defRPr>
            </a:lvl7pPr>
            <a:lvl8pPr>
              <a:defRPr sz="2025" b="0">
                <a:solidFill>
                  <a:srgbClr val="526570"/>
                </a:solidFill>
                <a:latin typeface="Arial"/>
                <a:ea typeface="Arial"/>
                <a:cs typeface="Arial"/>
              </a:defRPr>
            </a:lvl8pPr>
            <a:lvl9pPr>
              <a:defRPr sz="2025" b="0">
                <a:solidFill>
                  <a:srgbClr val="526570"/>
                </a:solidFill>
                <a:latin typeface="Arial"/>
                <a:ea typeface="Arial"/>
                <a:cs typeface="Arial"/>
              </a:defRPr>
            </a:lvl9pPr>
          </a:lstStyle>
          <a:p xmlns:a="http://schemas.openxmlformats.org/drawingml/2006/main">
            <a:pPr>
              <a:defRPr sz="2025" b="0">
                <a:solidFill>
                  <a:srgbClr val="526570"/>
                </a:solidFill>
                <a:latin typeface="Arial"/>
                <a:ea typeface="Arial"/>
                <a:cs typeface="Arial"/>
              </a:defRPr>
            </a:pPr>
            <a:r>
              <a:rPr sz="2025" b="0">
                <a:solidFill>
                  <a:srgbClr val="526570"/>
                </a:solidFill>
                <a:latin typeface="Arial"/>
                <a:ea typeface="Arial"/>
                <a:cs typeface="Arial"/>
              </a:rPr>
              <a:t>Local Linux containers represent the environments.</a:t>
            </a:r>
          </a:p>
          <a:p xmlns:a="http://schemas.openxmlformats.org/drawingml/2006/main">
            <a:pPr>
              <a:defRPr sz="2025" b="0">
                <a:solidFill>
                  <a:srgbClr val="526570"/>
                </a:solidFill>
                <a:latin typeface="Arial"/>
                <a:ea typeface="Arial"/>
                <a:cs typeface="Arial"/>
              </a:defRPr>
            </a:pPr>
            <a:r>
              <a:rPr sz="2025" b="0">
                <a:solidFill>
                  <a:srgbClr val="526570"/>
                </a:solidFill>
                <a:latin typeface="Arial"/>
                <a:ea typeface="Arial"/>
                <a:cs typeface="Arial"/>
              </a:rPr>
              <a:t>The application is static and contains no database.</a:t>
            </a:r>
          </a:p>
        </p:txBody>
      </p:sp>
    </p:spTree>
    <p:extLst>
      <p:ext uri="{BB962C8B-B14F-4D97-AF65-F5344CB8AC3E}">
        <p14:creationId xmlns:p14="http://schemas.microsoft.com/office/powerpoint/2010/main" val="1716897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2026-10-19T07:53:17.6630000Z</dcterms:created>
  <dcterms:modified xsi:type="dcterms:W3CDTF">2026-10-19T07:53:17.6630000Z</dcterms:modified>
</coreProperties>
</file>